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F2C9D63-D316-30F3-2758-472CD8CC6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EF3D10F4-D43D-539D-3B44-AAC1C1B6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32621BA8-B9EC-DB5D-0547-3A5882838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A5B9E12-36D9-A398-B9B8-B75D2AA8A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97B94A5-1EBA-9360-BD3E-71937EE3B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4951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35DFE3B-FDCB-3DA9-3A7C-AA0657D1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5970E4C-5260-2465-530F-EA3E2ED4E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9139DF00-DFB7-D497-A797-4801CC0C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79852E95-FC0F-835D-AEDA-DCD90185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0C9A1E1-FB38-2821-474F-8F155C5C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4934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DAB387-8F78-5A49-EDFA-30699C0E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97D7DBD-4985-5CF1-50E9-F29C6C51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FC2537-CC8D-C23F-10F8-85037911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D570B5-A60C-E413-9571-FD1F4D2F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EF1CC0-703F-F461-C7DE-970CC55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213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DAB387-8F78-5A49-EDFA-30699C0E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97D7DBD-4985-5CF1-50E9-F29C6C51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FC2537-CC8D-C23F-10F8-85037911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D570B5-A60C-E413-9571-FD1F4D2F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EF1CC0-703F-F461-C7DE-970CC55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73632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DAB387-8F78-5A49-EDFA-30699C0E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97D7DBD-4985-5CF1-50E9-F29C6C51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FC2537-CC8D-C23F-10F8-85037911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D570B5-A60C-E413-9571-FD1F4D2F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EF1CC0-703F-F461-C7DE-970CC55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8162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DAB387-8F78-5A49-EDFA-30699C0E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97D7DBD-4985-5CF1-50E9-F29C6C51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FC2537-CC8D-C23F-10F8-85037911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D570B5-A60C-E413-9571-FD1F4D2F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EF1CC0-703F-F461-C7DE-970CC55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63362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ส่วนหัวของส่วน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5DAB387-8F78-5A49-EDFA-30699C0E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97D7DBD-4985-5CF1-50E9-F29C6C519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BFC2537-CC8D-C23F-10F8-85037911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07D570B5-A60C-E413-9571-FD1F4D2FF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EF1CC0-703F-F461-C7DE-970CC555A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3089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BC604F9-115A-771B-3B70-43E96423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5463948-A1E6-BFB6-155F-D8748A4F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E26352DF-CA5F-C254-8F53-404EE3652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EDC20D24-6F91-3A48-A65F-28715F50C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3FFFBB0F-1C2F-AE85-36B1-1A9D18EAD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56A8F28D-F449-91CE-2697-197A2411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614B0787-3139-F4A6-72AD-236E3BB3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DC5EF712-9680-5918-F362-3F32FA05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020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F7F40E5-0A0B-F1D5-CC34-D7C9E5DA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8AAD53AE-DBD9-599A-9E02-72931D0B7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75B83886-1349-A1C1-B6EC-3EB1142F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63527D64-B301-C09A-2059-8754E2A4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3517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A425997D-2CFD-F4AA-070E-CAC86F2B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B72C3DEC-C2B5-C17E-3EC3-4C7F51F6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39AC7CAA-6408-298F-1C9B-6C648DBF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0476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1387AA5-1CD7-0EE1-19C5-9F1C5539C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810C660-AE4A-24E4-EF3A-90936B52D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87C7103C-1200-3962-6D30-586264518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BFA5A647-8AE7-89DA-AD58-F9771EB6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5CDE749D-9CE7-7A74-0B95-C4D78481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16C2AE47-EDE5-6D3F-7310-0CFB44AA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72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B4FC7B9-01D5-66A5-EEC8-110E907E9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149ADAED-9344-B0C5-3A45-C0D35E594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A66A7E60-4B15-6F89-2CB9-5C08BE374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6ABCA587-9B68-A723-8C73-8A00773EC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BDA49971-13C5-E4D1-C85D-1B69DBF5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65A7E667-8233-47B7-147D-CC79EFE9E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297823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5AFC01C-6AC3-7EAE-0830-C0264EDEA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3765F257-FBB2-85DD-EE03-380CC1318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D2139646-CF1A-AD0C-DCA7-7066103D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C37CA21-B051-845E-983F-1408D043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EA0E167-9E23-B43F-A5F3-0492A444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97337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53E15AD6-D558-0CC3-66BF-8FBA78E91C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74051C39-2A1A-3099-8BDD-2CDF36ADD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F16BD70-9018-F61E-1578-4736935A8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00581C8-1BAF-F928-0625-1EE29BDB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F43B4F6E-B91C-72B8-F1CD-57C710CC4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2972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A7A42D29-C57D-037A-2A2E-6D5E86292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B611BCA-2849-FA17-23E0-93D2ABFFC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C6FABDA-2260-4FB6-55FF-09DE96102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F81E4-5424-43F3-8D59-18CC480098C8}" type="datetimeFigureOut">
              <a:rPr lang="th-TH" smtClean="0"/>
              <a:t>31/01/68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B3905D7-CAEF-D2F1-EB4D-8CAE60DDF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72B56EA-80A7-76FA-4B0A-A7C86AAC05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1C617-88AB-4735-9509-2E68F222427A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5866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26" r:id="rId4"/>
    <p:sldLayoutId id="2147483725" r:id="rId5"/>
    <p:sldLayoutId id="2147483727" r:id="rId6"/>
    <p:sldLayoutId id="2147483728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jp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รูปภาพ 11">
            <a:extLst>
              <a:ext uri="{FF2B5EF4-FFF2-40B4-BE49-F238E27FC236}">
                <a16:creationId xmlns:a16="http://schemas.microsoft.com/office/drawing/2014/main" id="{DD9DF956-E61D-2203-5E8F-679640E45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895351" y="3317673"/>
            <a:ext cx="3980125" cy="29506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DB783DE8-2454-2074-EF58-5AC66C2BB2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765" y="1943993"/>
            <a:ext cx="6489060" cy="4324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F1FFFACF-D810-701A-4B88-7BC5C250C973}"/>
              </a:ext>
            </a:extLst>
          </p:cNvPr>
          <p:cNvSpPr txBox="1"/>
          <p:nvPr/>
        </p:nvSpPr>
        <p:spPr>
          <a:xfrm>
            <a:off x="3623931" y="438150"/>
            <a:ext cx="7496837" cy="1569660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th-TH" sz="4800" dirty="0">
                <a:latin typeface="Arial Rounded MT Bold" panose="020F0704030504030204" pitchFamily="34" charset="0"/>
              </a:rPr>
              <a:t>คู่มือการต่อวงจร หุ่นยนต์ระดับกลาง </a:t>
            </a:r>
          </a:p>
          <a:p>
            <a:pPr algn="ctr"/>
            <a:r>
              <a:rPr lang="th-TH" sz="4800" dirty="0">
                <a:latin typeface="Arial Rounded MT Bold" panose="020F0704030504030204" pitchFamily="34" charset="0"/>
              </a:rPr>
              <a:t>บอร์ด</a:t>
            </a:r>
            <a:r>
              <a:rPr lang="th-TH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>
                <a:latin typeface="Arial Rounded MT Bold" panose="020F0704030504030204" pitchFamily="34" charset="0"/>
              </a:rPr>
              <a:t>PT-BOT Atom VX</a:t>
            </a:r>
            <a:endParaRPr lang="th-TH" sz="3200" dirty="0">
              <a:latin typeface="Arial Rounded MT Bold" panose="020F0704030504030204" pitchFamily="34" charset="0"/>
            </a:endParaRPr>
          </a:p>
        </p:txBody>
      </p:sp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6B1B7FEB-9C4D-3D8F-F650-2B96009F4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42875"/>
            <a:ext cx="1685925" cy="1685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450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455C6211-EFD4-F847-B6B3-2B95E0857F3C}"/>
              </a:ext>
            </a:extLst>
          </p:cNvPr>
          <p:cNvSpPr txBox="1"/>
          <p:nvPr/>
        </p:nvSpPr>
        <p:spPr>
          <a:xfrm rot="16200000">
            <a:off x="10030765" y="2101290"/>
            <a:ext cx="488563" cy="2308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ADC0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3" name="ตัวเชื่อมต่อ: หักมุม 22">
            <a:extLst>
              <a:ext uri="{FF2B5EF4-FFF2-40B4-BE49-F238E27FC236}">
                <a16:creationId xmlns:a16="http://schemas.microsoft.com/office/drawing/2014/main" id="{2142BBAB-71C6-1BCD-7366-11EFCABC6A03}"/>
              </a:ext>
            </a:extLst>
          </p:cNvPr>
          <p:cNvCxnSpPr>
            <a:cxnSpLocks/>
            <a:stCxn id="18" idx="0"/>
            <a:endCxn id="68" idx="3"/>
          </p:cNvCxnSpPr>
          <p:nvPr/>
        </p:nvCxnSpPr>
        <p:spPr>
          <a:xfrm rot="5400000" flipH="1" flipV="1">
            <a:off x="6734186" y="-256730"/>
            <a:ext cx="1747633" cy="4489907"/>
          </a:xfrm>
          <a:prstGeom prst="bentConnector3">
            <a:avLst>
              <a:gd name="adj1" fmla="val 114427"/>
            </a:avLst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ตัวเชื่อมต่อ: หักมุม 26">
            <a:extLst>
              <a:ext uri="{FF2B5EF4-FFF2-40B4-BE49-F238E27FC236}">
                <a16:creationId xmlns:a16="http://schemas.microsoft.com/office/drawing/2014/main" id="{66D9F0A5-BD46-8F43-E732-EE91424EE8E0}"/>
              </a:ext>
            </a:extLst>
          </p:cNvPr>
          <p:cNvCxnSpPr>
            <a:cxnSpLocks/>
            <a:stCxn id="7" idx="1"/>
            <a:endCxn id="66" idx="3"/>
          </p:cNvCxnSpPr>
          <p:nvPr/>
        </p:nvCxnSpPr>
        <p:spPr>
          <a:xfrm rot="5400000" flipH="1" flipV="1">
            <a:off x="7077623" y="-247644"/>
            <a:ext cx="562813" cy="5023586"/>
          </a:xfrm>
          <a:prstGeom prst="bentConnector3">
            <a:avLst>
              <a:gd name="adj1" fmla="val 117721"/>
            </a:avLst>
          </a:prstGeom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ตัวเชื่อมต่อ: หักมุม 31">
            <a:extLst>
              <a:ext uri="{FF2B5EF4-FFF2-40B4-BE49-F238E27FC236}">
                <a16:creationId xmlns:a16="http://schemas.microsoft.com/office/drawing/2014/main" id="{04F48728-F0C9-F537-E476-3D3EB1961608}"/>
              </a:ext>
            </a:extLst>
          </p:cNvPr>
          <p:cNvCxnSpPr>
            <a:cxnSpLocks/>
            <a:stCxn id="9" idx="1"/>
            <a:endCxn id="63" idx="3"/>
          </p:cNvCxnSpPr>
          <p:nvPr/>
        </p:nvCxnSpPr>
        <p:spPr>
          <a:xfrm rot="5400000" flipH="1" flipV="1">
            <a:off x="6124807" y="-1608041"/>
            <a:ext cx="1421712" cy="6873991"/>
          </a:xfrm>
          <a:prstGeom prst="bentConnector3">
            <a:avLst>
              <a:gd name="adj1" fmla="val 13296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ตัวเชื่อมต่อ: หักมุม 38">
            <a:extLst>
              <a:ext uri="{FF2B5EF4-FFF2-40B4-BE49-F238E27FC236}">
                <a16:creationId xmlns:a16="http://schemas.microsoft.com/office/drawing/2014/main" id="{54AD75ED-1CE9-EF69-582D-9B4E56D6ACDB}"/>
              </a:ext>
            </a:extLst>
          </p:cNvPr>
          <p:cNvCxnSpPr>
            <a:cxnSpLocks/>
            <a:stCxn id="11" idx="0"/>
            <a:endCxn id="5" idx="3"/>
          </p:cNvCxnSpPr>
          <p:nvPr/>
        </p:nvCxnSpPr>
        <p:spPr>
          <a:xfrm rot="5400000" flipH="1" flipV="1">
            <a:off x="6145099" y="-1289818"/>
            <a:ext cx="867705" cy="7392192"/>
          </a:xfrm>
          <a:prstGeom prst="bentConnector3">
            <a:avLst>
              <a:gd name="adj1" fmla="val 120738"/>
            </a:avLst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สี่เหลี่ยมผืนผ้า 42">
            <a:extLst>
              <a:ext uri="{FF2B5EF4-FFF2-40B4-BE49-F238E27FC236}">
                <a16:creationId xmlns:a16="http://schemas.microsoft.com/office/drawing/2014/main" id="{B47ED8AF-4A66-6C4D-AEDE-DAC91CA7535E}"/>
              </a:ext>
            </a:extLst>
          </p:cNvPr>
          <p:cNvSpPr/>
          <p:nvPr/>
        </p:nvSpPr>
        <p:spPr>
          <a:xfrm>
            <a:off x="310369" y="4738644"/>
            <a:ext cx="288511" cy="16585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5" name="สี่เหลี่ยมผืนผ้า 44">
            <a:extLst>
              <a:ext uri="{FF2B5EF4-FFF2-40B4-BE49-F238E27FC236}">
                <a16:creationId xmlns:a16="http://schemas.microsoft.com/office/drawing/2014/main" id="{69596CDA-5153-C888-7FF3-61BDFA28428A}"/>
              </a:ext>
            </a:extLst>
          </p:cNvPr>
          <p:cNvSpPr/>
          <p:nvPr/>
        </p:nvSpPr>
        <p:spPr>
          <a:xfrm>
            <a:off x="310493" y="5035423"/>
            <a:ext cx="288511" cy="165854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6" name="สี่เหลี่ยมผืนผ้า 45">
            <a:extLst>
              <a:ext uri="{FF2B5EF4-FFF2-40B4-BE49-F238E27FC236}">
                <a16:creationId xmlns:a16="http://schemas.microsoft.com/office/drawing/2014/main" id="{98FE858D-7445-12C4-0917-842AFAE21E0D}"/>
              </a:ext>
            </a:extLst>
          </p:cNvPr>
          <p:cNvSpPr/>
          <p:nvPr/>
        </p:nvSpPr>
        <p:spPr>
          <a:xfrm>
            <a:off x="315451" y="5347078"/>
            <a:ext cx="288511" cy="165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7" name="สี่เหลี่ยมผืนผ้า 46">
            <a:extLst>
              <a:ext uri="{FF2B5EF4-FFF2-40B4-BE49-F238E27FC236}">
                <a16:creationId xmlns:a16="http://schemas.microsoft.com/office/drawing/2014/main" id="{27DB3AB1-E125-D868-14C1-D45653883886}"/>
              </a:ext>
            </a:extLst>
          </p:cNvPr>
          <p:cNvSpPr/>
          <p:nvPr/>
        </p:nvSpPr>
        <p:spPr>
          <a:xfrm>
            <a:off x="310370" y="5643857"/>
            <a:ext cx="288511" cy="165854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7F6CA79B-D6E6-6CC0-E225-F9A1E956A48B}"/>
              </a:ext>
            </a:extLst>
          </p:cNvPr>
          <p:cNvSpPr txBox="1"/>
          <p:nvPr/>
        </p:nvSpPr>
        <p:spPr>
          <a:xfrm>
            <a:off x="262453" y="427666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b="1" u="sng" dirty="0"/>
              <a:t>สัญลักษณ์</a:t>
            </a: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97A4A163-D747-7831-DD56-5DA0CEAB0192}"/>
              </a:ext>
            </a:extLst>
          </p:cNvPr>
          <p:cNvSpPr txBox="1"/>
          <p:nvPr/>
        </p:nvSpPr>
        <p:spPr>
          <a:xfrm>
            <a:off x="598880" y="4723483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ADC0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75D444B8-1CDB-B64C-24A1-B753A087E80E}"/>
              </a:ext>
            </a:extLst>
          </p:cNvPr>
          <p:cNvSpPr txBox="1"/>
          <p:nvPr/>
        </p:nvSpPr>
        <p:spPr>
          <a:xfrm>
            <a:off x="598880" y="4994527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ADC1</a:t>
            </a:r>
            <a:endParaRPr lang="th-TH" sz="105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1" name="กล่องข้อความ 50">
            <a:extLst>
              <a:ext uri="{FF2B5EF4-FFF2-40B4-BE49-F238E27FC236}">
                <a16:creationId xmlns:a16="http://schemas.microsoft.com/office/drawing/2014/main" id="{05885EB2-2B8B-E8BF-FFC3-5757583C3728}"/>
              </a:ext>
            </a:extLst>
          </p:cNvPr>
          <p:cNvSpPr txBox="1"/>
          <p:nvPr/>
        </p:nvSpPr>
        <p:spPr>
          <a:xfrm>
            <a:off x="598880" y="5314889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ADC2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2" name="กล่องข้อความ 51">
            <a:extLst>
              <a:ext uri="{FF2B5EF4-FFF2-40B4-BE49-F238E27FC236}">
                <a16:creationId xmlns:a16="http://schemas.microsoft.com/office/drawing/2014/main" id="{B45A5897-6A33-66B8-8860-6AE947DDDA61}"/>
              </a:ext>
            </a:extLst>
          </p:cNvPr>
          <p:cNvSpPr txBox="1"/>
          <p:nvPr/>
        </p:nvSpPr>
        <p:spPr>
          <a:xfrm>
            <a:off x="598880" y="5606251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ADC3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3" name="กล่องข้อความ 52">
            <a:extLst>
              <a:ext uri="{FF2B5EF4-FFF2-40B4-BE49-F238E27FC236}">
                <a16:creationId xmlns:a16="http://schemas.microsoft.com/office/drawing/2014/main" id="{4BA4A20D-1FD2-C549-AEF9-C1915EDAFDCE}"/>
              </a:ext>
            </a:extLst>
          </p:cNvPr>
          <p:cNvSpPr txBox="1"/>
          <p:nvPr/>
        </p:nvSpPr>
        <p:spPr>
          <a:xfrm>
            <a:off x="1567109" y="973631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u="sng" dirty="0"/>
              <a:t>ด้านหน้า</a:t>
            </a:r>
          </a:p>
        </p:txBody>
      </p:sp>
      <p:pic>
        <p:nvPicPr>
          <p:cNvPr id="24" name="รูปภาพ 23">
            <a:extLst>
              <a:ext uri="{FF2B5EF4-FFF2-40B4-BE49-F238E27FC236}">
                <a16:creationId xmlns:a16="http://schemas.microsoft.com/office/drawing/2014/main" id="{5E03E25B-6E6F-E918-8832-9B19F4F80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6544150" y="2543585"/>
            <a:ext cx="4675450" cy="3466150"/>
          </a:xfrm>
          <a:prstGeom prst="rect">
            <a:avLst/>
          </a:prstGeom>
        </p:spPr>
      </p:pic>
      <p:cxnSp>
        <p:nvCxnSpPr>
          <p:cNvPr id="60" name="ตัวเชื่อมต่อตรง 59">
            <a:extLst>
              <a:ext uri="{FF2B5EF4-FFF2-40B4-BE49-F238E27FC236}">
                <a16:creationId xmlns:a16="http://schemas.microsoft.com/office/drawing/2014/main" id="{65E9626A-C141-68AB-5DD9-7C33F59CAEAD}"/>
              </a:ext>
            </a:extLst>
          </p:cNvPr>
          <p:cNvCxnSpPr>
            <a:stCxn id="5" idx="1"/>
          </p:cNvCxnSpPr>
          <p:nvPr/>
        </p:nvCxnSpPr>
        <p:spPr>
          <a:xfrm>
            <a:off x="10275047" y="2460988"/>
            <a:ext cx="0" cy="112972"/>
          </a:xfrm>
          <a:prstGeom prst="line">
            <a:avLst/>
          </a:prstGeom>
          <a:ln w="12700">
            <a:solidFill>
              <a:srgbClr val="FF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กล่องข้อความ 62">
            <a:extLst>
              <a:ext uri="{FF2B5EF4-FFF2-40B4-BE49-F238E27FC236}">
                <a16:creationId xmlns:a16="http://schemas.microsoft.com/office/drawing/2014/main" id="{4F405B6E-5956-236C-7FA9-83A05AF5659D}"/>
              </a:ext>
            </a:extLst>
          </p:cNvPr>
          <p:cNvSpPr txBox="1"/>
          <p:nvPr/>
        </p:nvSpPr>
        <p:spPr>
          <a:xfrm rot="16200000">
            <a:off x="10028377" y="1246963"/>
            <a:ext cx="488563" cy="230832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ADC1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64" name="ตัวเชื่อมต่อตรง 63">
            <a:extLst>
              <a:ext uri="{FF2B5EF4-FFF2-40B4-BE49-F238E27FC236}">
                <a16:creationId xmlns:a16="http://schemas.microsoft.com/office/drawing/2014/main" id="{7B515621-928B-D9C1-6828-25A8C6F5FF8E}"/>
              </a:ext>
            </a:extLst>
          </p:cNvPr>
          <p:cNvCxnSpPr/>
          <p:nvPr/>
        </p:nvCxnSpPr>
        <p:spPr>
          <a:xfrm>
            <a:off x="10272658" y="1606661"/>
            <a:ext cx="0" cy="112972"/>
          </a:xfrm>
          <a:prstGeom prst="line">
            <a:avLst/>
          </a:prstGeom>
          <a:ln w="12700">
            <a:solidFill>
              <a:srgbClr val="0070C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กล่องข้อความ 65">
            <a:extLst>
              <a:ext uri="{FF2B5EF4-FFF2-40B4-BE49-F238E27FC236}">
                <a16:creationId xmlns:a16="http://schemas.microsoft.com/office/drawing/2014/main" id="{22B191CB-0389-E5B6-7FE8-E4A620C0583F}"/>
              </a:ext>
            </a:extLst>
          </p:cNvPr>
          <p:cNvSpPr txBox="1"/>
          <p:nvPr/>
        </p:nvSpPr>
        <p:spPr>
          <a:xfrm rot="16200000">
            <a:off x="9626540" y="2111607"/>
            <a:ext cx="488563" cy="230832"/>
          </a:xfrm>
          <a:prstGeom prst="rect">
            <a:avLst/>
          </a:prstGeom>
          <a:solidFill>
            <a:srgbClr val="00FFFF"/>
          </a:solidFill>
          <a:ln>
            <a:solidFill>
              <a:srgbClr val="00FF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ADC2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67" name="ตัวเชื่อมต่อตรง 66">
            <a:extLst>
              <a:ext uri="{FF2B5EF4-FFF2-40B4-BE49-F238E27FC236}">
                <a16:creationId xmlns:a16="http://schemas.microsoft.com/office/drawing/2014/main" id="{0BE79DB7-E528-41E3-B153-DEFF047A21FC}"/>
              </a:ext>
            </a:extLst>
          </p:cNvPr>
          <p:cNvCxnSpPr>
            <a:stCxn id="66" idx="1"/>
          </p:cNvCxnSpPr>
          <p:nvPr/>
        </p:nvCxnSpPr>
        <p:spPr>
          <a:xfrm>
            <a:off x="9870822" y="2471305"/>
            <a:ext cx="0" cy="112972"/>
          </a:xfrm>
          <a:prstGeom prst="line">
            <a:avLst/>
          </a:prstGeom>
          <a:ln w="12700">
            <a:solidFill>
              <a:srgbClr val="00FFF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กล่องข้อความ 67">
            <a:extLst>
              <a:ext uri="{FF2B5EF4-FFF2-40B4-BE49-F238E27FC236}">
                <a16:creationId xmlns:a16="http://schemas.microsoft.com/office/drawing/2014/main" id="{1575593A-F7DD-2340-BB46-64B16EB661B6}"/>
              </a:ext>
            </a:extLst>
          </p:cNvPr>
          <p:cNvSpPr txBox="1"/>
          <p:nvPr/>
        </p:nvSpPr>
        <p:spPr>
          <a:xfrm rot="16200000">
            <a:off x="9608674" y="1243271"/>
            <a:ext cx="488563" cy="230832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ADC3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69" name="ตัวเชื่อมต่อตรง 68">
            <a:extLst>
              <a:ext uri="{FF2B5EF4-FFF2-40B4-BE49-F238E27FC236}">
                <a16:creationId xmlns:a16="http://schemas.microsoft.com/office/drawing/2014/main" id="{B21D741A-6EAB-7847-C32F-541346036EB1}"/>
              </a:ext>
            </a:extLst>
          </p:cNvPr>
          <p:cNvCxnSpPr/>
          <p:nvPr/>
        </p:nvCxnSpPr>
        <p:spPr>
          <a:xfrm>
            <a:off x="9852955" y="1602969"/>
            <a:ext cx="0" cy="112972"/>
          </a:xfrm>
          <a:prstGeom prst="line">
            <a:avLst/>
          </a:prstGeom>
          <a:ln w="12700">
            <a:solidFill>
              <a:srgbClr val="0070C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สี่เหลี่ยมผืนผ้า 77">
            <a:extLst>
              <a:ext uri="{FF2B5EF4-FFF2-40B4-BE49-F238E27FC236}">
                <a16:creationId xmlns:a16="http://schemas.microsoft.com/office/drawing/2014/main" id="{2EECCF0E-181B-6F47-8B77-BFC93295F931}"/>
              </a:ext>
            </a:extLst>
          </p:cNvPr>
          <p:cNvSpPr/>
          <p:nvPr/>
        </p:nvSpPr>
        <p:spPr>
          <a:xfrm>
            <a:off x="10107307" y="2883712"/>
            <a:ext cx="330701" cy="18296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9" name="สี่เหลี่ยมผืนผ้า 78">
            <a:extLst>
              <a:ext uri="{FF2B5EF4-FFF2-40B4-BE49-F238E27FC236}">
                <a16:creationId xmlns:a16="http://schemas.microsoft.com/office/drawing/2014/main" id="{57050507-663A-A211-3204-7C44C7D2436F}"/>
              </a:ext>
            </a:extLst>
          </p:cNvPr>
          <p:cNvSpPr/>
          <p:nvPr/>
        </p:nvSpPr>
        <p:spPr>
          <a:xfrm>
            <a:off x="10107306" y="2666384"/>
            <a:ext cx="330701" cy="18296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0" name="สี่เหลี่ยมผืนผ้า 79">
            <a:extLst>
              <a:ext uri="{FF2B5EF4-FFF2-40B4-BE49-F238E27FC236}">
                <a16:creationId xmlns:a16="http://schemas.microsoft.com/office/drawing/2014/main" id="{3322F667-4A14-EB51-0493-59A447CAC4CE}"/>
              </a:ext>
            </a:extLst>
          </p:cNvPr>
          <p:cNvSpPr/>
          <p:nvPr/>
        </p:nvSpPr>
        <p:spPr>
          <a:xfrm>
            <a:off x="9737539" y="2883712"/>
            <a:ext cx="330701" cy="182965"/>
          </a:xfrm>
          <a:prstGeom prst="rect">
            <a:avLst/>
          </a:pr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1" name="สี่เหลี่ยมผืนผ้า 80">
            <a:extLst>
              <a:ext uri="{FF2B5EF4-FFF2-40B4-BE49-F238E27FC236}">
                <a16:creationId xmlns:a16="http://schemas.microsoft.com/office/drawing/2014/main" id="{C028A302-B31A-039D-4C0B-71DAD9BE805E}"/>
              </a:ext>
            </a:extLst>
          </p:cNvPr>
          <p:cNvSpPr/>
          <p:nvPr/>
        </p:nvSpPr>
        <p:spPr>
          <a:xfrm>
            <a:off x="9737538" y="2659448"/>
            <a:ext cx="330701" cy="182965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84FC22B4-F609-897F-D438-7E07AD2901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355" b="90970" l="9646" r="89988">
                        <a14:foregroundMark x1="23932" y1="15385" x2="18803" y2="17057"/>
                        <a14:foregroundMark x1="31990" y1="8696" x2="31624" y2="15385"/>
                        <a14:foregroundMark x1="23565" y1="14381" x2="18071" y2="14883"/>
                        <a14:foregroundMark x1="25519" y1="23913" x2="23443" y2="32943"/>
                        <a14:foregroundMark x1="21490" y1="24582" x2="21978" y2="34950"/>
                        <a14:foregroundMark x1="23199" y1="23244" x2="22955" y2="22910"/>
                        <a14:foregroundMark x1="21978" y1="36288" x2="28571" y2="34448"/>
                        <a14:foregroundMark x1="28571" y1="34448" x2="28571" y2="31773"/>
                        <a14:foregroundMark x1="29792" y1="27425" x2="39194" y2="28930"/>
                        <a14:foregroundMark x1="39194" y1="28930" x2="33089" y2="30268"/>
                        <a14:foregroundMark x1="33944" y1="31940" x2="37485" y2="32441"/>
                        <a14:foregroundMark x1="37851" y1="30100" x2="35775" y2="35786"/>
                        <a14:foregroundMark x1="55800" y1="26087" x2="55189" y2="30268"/>
                        <a14:foregroundMark x1="56044" y1="31773" x2="52869" y2="30268"/>
                        <a14:foregroundMark x1="31502" y1="6355" x2="30525" y2="14381"/>
                        <a14:foregroundMark x1="32601" y1="8194" x2="32479" y2="19231"/>
                        <a14:foregroundMark x1="28571" y1="24916" x2="27839" y2="33612"/>
                        <a14:foregroundMark x1="34188" y1="25753" x2="40171" y2="24080"/>
                        <a14:foregroundMark x1="59341" y1="7191" x2="59096" y2="15217"/>
                        <a14:foregroundMark x1="60440" y1="9197" x2="60928" y2="15719"/>
                        <a14:foregroundMark x1="67399" y1="15217" x2="72772" y2="15719"/>
                        <a14:foregroundMark x1="73138" y1="14381" x2="66300" y2="13880"/>
                        <a14:foregroundMark x1="73138" y1="17391" x2="67155" y2="18729"/>
                        <a14:foregroundMark x1="72283" y1="19064" x2="65690" y2="19398"/>
                        <a14:foregroundMark x1="65568" y1="24080" x2="64225" y2="33612"/>
                        <a14:foregroundMark x1="64225" y1="33612" x2="58730" y2="30435"/>
                        <a14:foregroundMark x1="36874" y1="70736" x2="27717" y2="69398"/>
                        <a14:foregroundMark x1="27717" y1="69398" x2="23932" y2="75084"/>
                        <a14:foregroundMark x1="34554" y1="66722" x2="37485" y2="66221"/>
                        <a14:foregroundMark x1="21978" y1="66054" x2="21490" y2="71739"/>
                        <a14:foregroundMark x1="66545" y1="63712" x2="60073" y2="70903"/>
                        <a14:foregroundMark x1="60073" y1="70903" x2="53480" y2="70903"/>
                        <a14:foregroundMark x1="53480" y1="70903" x2="56899" y2="67391"/>
                        <a14:foregroundMark x1="59707" y1="85619" x2="60317" y2="90970"/>
                        <a14:foregroundMark x1="68254" y1="82274" x2="72405" y2="83779"/>
                        <a14:foregroundMark x1="31746" y1="85953" x2="31746" y2="87960"/>
                        <a14:foregroundMark x1="39927" y1="51338" x2="48962" y2="50502"/>
                        <a14:foregroundMark x1="48962" y1="50502" x2="46642" y2="50502"/>
                        <a14:foregroundMark x1="50916" y1="47157" x2="48596" y2="55351"/>
                        <a14:foregroundMark x1="45421" y1="26923" x2="46642" y2="27759"/>
                        <a14:foregroundMark x1="43468" y1="29097" x2="44322" y2="30435"/>
                        <a14:foregroundMark x1="47619" y1="30602" x2="44689" y2="34615"/>
                        <a14:foregroundMark x1="52503" y1="20569" x2="52625" y2="22408"/>
                        <a14:foregroundMark x1="39683" y1="78595" x2="39560" y2="79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81" t="1635" r="22242"/>
          <a:stretch/>
        </p:blipFill>
        <p:spPr>
          <a:xfrm>
            <a:off x="2435687" y="2429717"/>
            <a:ext cx="3346964" cy="3693886"/>
          </a:xfrm>
          <a:prstGeom prst="rect">
            <a:avLst/>
          </a:prstGeom>
        </p:spPr>
      </p:pic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3262693B-9455-7C50-73EB-F4295511E2C8}"/>
              </a:ext>
            </a:extLst>
          </p:cNvPr>
          <p:cNvSpPr/>
          <p:nvPr/>
        </p:nvSpPr>
        <p:spPr>
          <a:xfrm rot="5400000">
            <a:off x="4586675" y="2671052"/>
            <a:ext cx="521122" cy="270128"/>
          </a:xfrm>
          <a:prstGeom prst="rect">
            <a:avLst/>
          </a:pr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67988907-8D41-C997-5266-231627E0AF2F}"/>
              </a:ext>
            </a:extLst>
          </p:cNvPr>
          <p:cNvSpPr/>
          <p:nvPr/>
        </p:nvSpPr>
        <p:spPr>
          <a:xfrm rot="5400000">
            <a:off x="3138107" y="2665307"/>
            <a:ext cx="521122" cy="270128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3CE46FAD-1D5D-9F2E-2F34-BF3B7FB644DE}"/>
              </a:ext>
            </a:extLst>
          </p:cNvPr>
          <p:cNvSpPr/>
          <p:nvPr/>
        </p:nvSpPr>
        <p:spPr>
          <a:xfrm>
            <a:off x="2622294" y="2840130"/>
            <a:ext cx="521122" cy="27012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306A11D9-2268-5636-0B8D-33703E0E9D81}"/>
              </a:ext>
            </a:extLst>
          </p:cNvPr>
          <p:cNvSpPr/>
          <p:nvPr/>
        </p:nvSpPr>
        <p:spPr>
          <a:xfrm>
            <a:off x="5102488" y="2862039"/>
            <a:ext cx="521122" cy="27012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9835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3" grpId="0" animBg="1"/>
      <p:bldP spid="66" grpId="0" animBg="1"/>
      <p:bldP spid="68" grpId="0" animBg="1"/>
      <p:bldP spid="78" grpId="0" animBg="1"/>
      <p:bldP spid="79" grpId="0" animBg="1"/>
      <p:bldP spid="80" grpId="0" animBg="1"/>
      <p:bldP spid="81" grpId="0" animBg="1"/>
      <p:bldP spid="7" grpId="0" animBg="1"/>
      <p:bldP spid="9" grpId="0" animBg="1"/>
      <p:bldP spid="11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E8BE4064-E15B-E5A9-B547-1F0D26EA2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55" b="90970" l="9646" r="89988">
                        <a14:foregroundMark x1="23932" y1="15385" x2="18803" y2="17057"/>
                        <a14:foregroundMark x1="31990" y1="8696" x2="31624" y2="15385"/>
                        <a14:foregroundMark x1="23565" y1="14381" x2="18071" y2="14883"/>
                        <a14:foregroundMark x1="25519" y1="23913" x2="23443" y2="32943"/>
                        <a14:foregroundMark x1="21490" y1="24582" x2="21978" y2="34950"/>
                        <a14:foregroundMark x1="23199" y1="23244" x2="22955" y2="22910"/>
                        <a14:foregroundMark x1="21978" y1="36288" x2="28571" y2="34448"/>
                        <a14:foregroundMark x1="28571" y1="34448" x2="28571" y2="31773"/>
                        <a14:foregroundMark x1="29792" y1="27425" x2="39194" y2="28930"/>
                        <a14:foregroundMark x1="39194" y1="28930" x2="33089" y2="30268"/>
                        <a14:foregroundMark x1="33944" y1="31940" x2="37485" y2="32441"/>
                        <a14:foregroundMark x1="37851" y1="30100" x2="35775" y2="35786"/>
                        <a14:foregroundMark x1="55800" y1="26087" x2="55189" y2="30268"/>
                        <a14:foregroundMark x1="56044" y1="31773" x2="52869" y2="30268"/>
                        <a14:foregroundMark x1="31502" y1="6355" x2="30525" y2="14381"/>
                        <a14:foregroundMark x1="32601" y1="8194" x2="32479" y2="19231"/>
                        <a14:foregroundMark x1="28571" y1="24916" x2="27839" y2="33612"/>
                        <a14:foregroundMark x1="34188" y1="25753" x2="40171" y2="24080"/>
                        <a14:foregroundMark x1="59341" y1="7191" x2="59096" y2="15217"/>
                        <a14:foregroundMark x1="60440" y1="9197" x2="60928" y2="15719"/>
                        <a14:foregroundMark x1="67399" y1="15217" x2="72772" y2="15719"/>
                        <a14:foregroundMark x1="73138" y1="14381" x2="66300" y2="13880"/>
                        <a14:foregroundMark x1="73138" y1="17391" x2="67155" y2="18729"/>
                        <a14:foregroundMark x1="72283" y1="19064" x2="65690" y2="19398"/>
                        <a14:foregroundMark x1="65568" y1="24080" x2="64225" y2="33612"/>
                        <a14:foregroundMark x1="64225" y1="33612" x2="58730" y2="30435"/>
                        <a14:foregroundMark x1="36874" y1="70736" x2="27717" y2="69398"/>
                        <a14:foregroundMark x1="27717" y1="69398" x2="23932" y2="75084"/>
                        <a14:foregroundMark x1="34554" y1="66722" x2="37485" y2="66221"/>
                        <a14:foregroundMark x1="21978" y1="66054" x2="21490" y2="71739"/>
                        <a14:foregroundMark x1="66545" y1="63712" x2="60073" y2="70903"/>
                        <a14:foregroundMark x1="60073" y1="70903" x2="53480" y2="70903"/>
                        <a14:foregroundMark x1="53480" y1="70903" x2="56899" y2="67391"/>
                        <a14:foregroundMark x1="59707" y1="85619" x2="60317" y2="90970"/>
                        <a14:foregroundMark x1="68254" y1="82274" x2="72405" y2="83779"/>
                        <a14:foregroundMark x1="31746" y1="85953" x2="31746" y2="87960"/>
                        <a14:foregroundMark x1="39927" y1="51338" x2="48962" y2="50502"/>
                        <a14:foregroundMark x1="48962" y1="50502" x2="46642" y2="50502"/>
                        <a14:foregroundMark x1="50916" y1="47157" x2="48596" y2="55351"/>
                        <a14:foregroundMark x1="45421" y1="26923" x2="46642" y2="27759"/>
                        <a14:foregroundMark x1="43468" y1="29097" x2="44322" y2="30435"/>
                        <a14:foregroundMark x1="47619" y1="30602" x2="44689" y2="34615"/>
                        <a14:foregroundMark x1="52503" y1="20569" x2="52625" y2="22408"/>
                        <a14:foregroundMark x1="39683" y1="78595" x2="39560" y2="79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81" t="1635" r="22242"/>
          <a:stretch/>
        </p:blipFill>
        <p:spPr>
          <a:xfrm>
            <a:off x="1983605" y="1278922"/>
            <a:ext cx="3346964" cy="3693886"/>
          </a:xfrm>
          <a:prstGeom prst="rect">
            <a:avLst/>
          </a:prstGeom>
        </p:spPr>
      </p:pic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8DB4A217-5492-9CC8-98C5-C91C11DC2395}"/>
              </a:ext>
            </a:extLst>
          </p:cNvPr>
          <p:cNvSpPr/>
          <p:nvPr/>
        </p:nvSpPr>
        <p:spPr>
          <a:xfrm>
            <a:off x="4680048" y="4201612"/>
            <a:ext cx="521122" cy="27012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สี่เหลี่ยมผืนผ้า 18">
            <a:extLst>
              <a:ext uri="{FF2B5EF4-FFF2-40B4-BE49-F238E27FC236}">
                <a16:creationId xmlns:a16="http://schemas.microsoft.com/office/drawing/2014/main" id="{449A9F20-A045-ED7A-0D76-199382C48CD9}"/>
              </a:ext>
            </a:extLst>
          </p:cNvPr>
          <p:cNvSpPr/>
          <p:nvPr/>
        </p:nvSpPr>
        <p:spPr>
          <a:xfrm>
            <a:off x="2199071" y="4201612"/>
            <a:ext cx="521122" cy="270128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สี่เหลี่ยมผืนผ้า 19">
            <a:extLst>
              <a:ext uri="{FF2B5EF4-FFF2-40B4-BE49-F238E27FC236}">
                <a16:creationId xmlns:a16="http://schemas.microsoft.com/office/drawing/2014/main" id="{7A94FD9F-A1D0-8FDF-8460-31B28B8E03E9}"/>
              </a:ext>
            </a:extLst>
          </p:cNvPr>
          <p:cNvSpPr/>
          <p:nvPr/>
        </p:nvSpPr>
        <p:spPr>
          <a:xfrm rot="5400000">
            <a:off x="4151879" y="4410160"/>
            <a:ext cx="521122" cy="27012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สี่เหลี่ยมผืนผ้า 20">
            <a:extLst>
              <a:ext uri="{FF2B5EF4-FFF2-40B4-BE49-F238E27FC236}">
                <a16:creationId xmlns:a16="http://schemas.microsoft.com/office/drawing/2014/main" id="{99FFE6E9-54C0-BFE6-059E-7E33204C4336}"/>
              </a:ext>
            </a:extLst>
          </p:cNvPr>
          <p:cNvSpPr/>
          <p:nvPr/>
        </p:nvSpPr>
        <p:spPr>
          <a:xfrm rot="5400000">
            <a:off x="2691106" y="4408896"/>
            <a:ext cx="521122" cy="270128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7" name="ตัวเชื่อมต่อ: หักมุม 26">
            <a:extLst>
              <a:ext uri="{FF2B5EF4-FFF2-40B4-BE49-F238E27FC236}">
                <a16:creationId xmlns:a16="http://schemas.microsoft.com/office/drawing/2014/main" id="{6F5B55F6-48A3-14CE-5353-51AC60CCF25D}"/>
              </a:ext>
            </a:extLst>
          </p:cNvPr>
          <p:cNvCxnSpPr>
            <a:cxnSpLocks/>
            <a:stCxn id="18" idx="3"/>
            <a:endCxn id="3" idx="3"/>
          </p:cNvCxnSpPr>
          <p:nvPr/>
        </p:nvCxnSpPr>
        <p:spPr>
          <a:xfrm flipV="1">
            <a:off x="5201170" y="1406524"/>
            <a:ext cx="4112039" cy="2930152"/>
          </a:xfrm>
          <a:prstGeom prst="bentConnector4">
            <a:avLst>
              <a:gd name="adj1" fmla="val 9041"/>
              <a:gd name="adj2" fmla="val 103404"/>
            </a:avLst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ตัวเชื่อมต่อ: หักมุม 30">
            <a:extLst>
              <a:ext uri="{FF2B5EF4-FFF2-40B4-BE49-F238E27FC236}">
                <a16:creationId xmlns:a16="http://schemas.microsoft.com/office/drawing/2014/main" id="{21BBD86A-CD71-5D6B-89AD-3FA3CE328391}"/>
              </a:ext>
            </a:extLst>
          </p:cNvPr>
          <p:cNvCxnSpPr>
            <a:cxnSpLocks/>
            <a:stCxn id="20" idx="3"/>
            <a:endCxn id="23" idx="3"/>
          </p:cNvCxnSpPr>
          <p:nvPr/>
        </p:nvCxnSpPr>
        <p:spPr>
          <a:xfrm rot="5400000" flipH="1" flipV="1">
            <a:off x="4753483" y="253539"/>
            <a:ext cx="4211202" cy="4893289"/>
          </a:xfrm>
          <a:prstGeom prst="bentConnector5">
            <a:avLst>
              <a:gd name="adj1" fmla="val -5428"/>
              <a:gd name="adj2" fmla="val 28053"/>
              <a:gd name="adj3" fmla="val 105428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ตัวเชื่อมต่อ: หักมุม 35">
            <a:extLst>
              <a:ext uri="{FF2B5EF4-FFF2-40B4-BE49-F238E27FC236}">
                <a16:creationId xmlns:a16="http://schemas.microsoft.com/office/drawing/2014/main" id="{E8A5FA32-B6BF-A804-C2E3-D464AFEEF8B7}"/>
              </a:ext>
            </a:extLst>
          </p:cNvPr>
          <p:cNvCxnSpPr>
            <a:cxnSpLocks/>
            <a:stCxn id="21" idx="3"/>
            <a:endCxn id="25" idx="0"/>
          </p:cNvCxnSpPr>
          <p:nvPr/>
        </p:nvCxnSpPr>
        <p:spPr>
          <a:xfrm rot="5400000" flipH="1" flipV="1">
            <a:off x="4320365" y="282106"/>
            <a:ext cx="3153717" cy="5891114"/>
          </a:xfrm>
          <a:prstGeom prst="bentConnector4">
            <a:avLst>
              <a:gd name="adj1" fmla="val -11357"/>
              <a:gd name="adj2" fmla="val 51118"/>
            </a:avLst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ตัวเชื่อมต่อ: หักมุม 39">
            <a:extLst>
              <a:ext uri="{FF2B5EF4-FFF2-40B4-BE49-F238E27FC236}">
                <a16:creationId xmlns:a16="http://schemas.microsoft.com/office/drawing/2014/main" id="{696A7C56-4CB3-1A4A-0B15-BA95A4A8049E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 rot="5400000" flipH="1" flipV="1">
            <a:off x="3829399" y="-541642"/>
            <a:ext cx="3643614" cy="6383149"/>
          </a:xfrm>
          <a:prstGeom prst="bentConnector4">
            <a:avLst>
              <a:gd name="adj1" fmla="val -22586"/>
              <a:gd name="adj2" fmla="val 57956"/>
            </a:avLst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สี่เหลี่ยมผืนผ้า 43">
            <a:extLst>
              <a:ext uri="{FF2B5EF4-FFF2-40B4-BE49-F238E27FC236}">
                <a16:creationId xmlns:a16="http://schemas.microsoft.com/office/drawing/2014/main" id="{295B616D-6038-2045-3A45-BC58D14E1D77}"/>
              </a:ext>
            </a:extLst>
          </p:cNvPr>
          <p:cNvSpPr/>
          <p:nvPr/>
        </p:nvSpPr>
        <p:spPr>
          <a:xfrm>
            <a:off x="189762" y="5368549"/>
            <a:ext cx="288511" cy="165854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5" name="สี่เหลี่ยมผืนผ้า 44">
            <a:extLst>
              <a:ext uri="{FF2B5EF4-FFF2-40B4-BE49-F238E27FC236}">
                <a16:creationId xmlns:a16="http://schemas.microsoft.com/office/drawing/2014/main" id="{3FDEE746-ED15-DB79-3D88-8BC919DAB3DC}"/>
              </a:ext>
            </a:extLst>
          </p:cNvPr>
          <p:cNvSpPr/>
          <p:nvPr/>
        </p:nvSpPr>
        <p:spPr>
          <a:xfrm>
            <a:off x="189886" y="5665328"/>
            <a:ext cx="288511" cy="16585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6" name="สี่เหลี่ยมผืนผ้า 45">
            <a:extLst>
              <a:ext uri="{FF2B5EF4-FFF2-40B4-BE49-F238E27FC236}">
                <a16:creationId xmlns:a16="http://schemas.microsoft.com/office/drawing/2014/main" id="{FD8BA3E1-4CAD-6779-FCA4-81D3D9E5B20C}"/>
              </a:ext>
            </a:extLst>
          </p:cNvPr>
          <p:cNvSpPr/>
          <p:nvPr/>
        </p:nvSpPr>
        <p:spPr>
          <a:xfrm>
            <a:off x="194844" y="5976983"/>
            <a:ext cx="288511" cy="165854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7" name="สี่เหลี่ยมผืนผ้า 46">
            <a:extLst>
              <a:ext uri="{FF2B5EF4-FFF2-40B4-BE49-F238E27FC236}">
                <a16:creationId xmlns:a16="http://schemas.microsoft.com/office/drawing/2014/main" id="{9EADD033-F13D-5F9A-4871-6AABBA40E7AF}"/>
              </a:ext>
            </a:extLst>
          </p:cNvPr>
          <p:cNvSpPr/>
          <p:nvPr/>
        </p:nvSpPr>
        <p:spPr>
          <a:xfrm>
            <a:off x="189763" y="6273762"/>
            <a:ext cx="288511" cy="165854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8" name="กล่องข้อความ 47">
            <a:extLst>
              <a:ext uri="{FF2B5EF4-FFF2-40B4-BE49-F238E27FC236}">
                <a16:creationId xmlns:a16="http://schemas.microsoft.com/office/drawing/2014/main" id="{095B9F52-3022-4E0B-5402-F70BA827C37A}"/>
              </a:ext>
            </a:extLst>
          </p:cNvPr>
          <p:cNvSpPr txBox="1"/>
          <p:nvPr/>
        </p:nvSpPr>
        <p:spPr>
          <a:xfrm>
            <a:off x="117269" y="489004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b="1" u="sng" dirty="0"/>
              <a:t>สัญลักษณ์</a:t>
            </a:r>
          </a:p>
        </p:txBody>
      </p:sp>
      <p:sp>
        <p:nvSpPr>
          <p:cNvPr id="49" name="กล่องข้อความ 48">
            <a:extLst>
              <a:ext uri="{FF2B5EF4-FFF2-40B4-BE49-F238E27FC236}">
                <a16:creationId xmlns:a16="http://schemas.microsoft.com/office/drawing/2014/main" id="{A8DAC398-1AEF-D1AD-2F94-2C7269CB7ED5}"/>
              </a:ext>
            </a:extLst>
          </p:cNvPr>
          <p:cNvSpPr txBox="1"/>
          <p:nvPr/>
        </p:nvSpPr>
        <p:spPr>
          <a:xfrm>
            <a:off x="478273" y="5353388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ADC4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0" name="กล่องข้อความ 49">
            <a:extLst>
              <a:ext uri="{FF2B5EF4-FFF2-40B4-BE49-F238E27FC236}">
                <a16:creationId xmlns:a16="http://schemas.microsoft.com/office/drawing/2014/main" id="{1A3FA04B-0B52-4B44-EFF6-48F3FFC700DA}"/>
              </a:ext>
            </a:extLst>
          </p:cNvPr>
          <p:cNvSpPr txBox="1"/>
          <p:nvPr/>
        </p:nvSpPr>
        <p:spPr>
          <a:xfrm>
            <a:off x="478273" y="5624432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ADC5</a:t>
            </a:r>
            <a:endParaRPr lang="th-TH" sz="1050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1" name="กล่องข้อความ 50">
            <a:extLst>
              <a:ext uri="{FF2B5EF4-FFF2-40B4-BE49-F238E27FC236}">
                <a16:creationId xmlns:a16="http://schemas.microsoft.com/office/drawing/2014/main" id="{79E4C94F-5D5C-2D28-DD6F-3802C514E5BB}"/>
              </a:ext>
            </a:extLst>
          </p:cNvPr>
          <p:cNvSpPr txBox="1"/>
          <p:nvPr/>
        </p:nvSpPr>
        <p:spPr>
          <a:xfrm>
            <a:off x="478273" y="5944794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ADC6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2" name="กล่องข้อความ 51">
            <a:extLst>
              <a:ext uri="{FF2B5EF4-FFF2-40B4-BE49-F238E27FC236}">
                <a16:creationId xmlns:a16="http://schemas.microsoft.com/office/drawing/2014/main" id="{B7F0C86F-F680-B0C2-1F06-2ED0C58D0463}"/>
              </a:ext>
            </a:extLst>
          </p:cNvPr>
          <p:cNvSpPr txBox="1"/>
          <p:nvPr/>
        </p:nvSpPr>
        <p:spPr>
          <a:xfrm>
            <a:off x="478273" y="6236156"/>
            <a:ext cx="617620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ADC7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53" name="กล่องข้อความ 52">
            <a:extLst>
              <a:ext uri="{FF2B5EF4-FFF2-40B4-BE49-F238E27FC236}">
                <a16:creationId xmlns:a16="http://schemas.microsoft.com/office/drawing/2014/main" id="{9BA08AA8-6527-FB76-B7BB-06080AEDD682}"/>
              </a:ext>
            </a:extLst>
          </p:cNvPr>
          <p:cNvSpPr txBox="1"/>
          <p:nvPr/>
        </p:nvSpPr>
        <p:spPr>
          <a:xfrm>
            <a:off x="3384663" y="5638371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u="sng" dirty="0"/>
              <a:t>ด้านหลัง</a:t>
            </a:r>
          </a:p>
        </p:txBody>
      </p:sp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CAEDB4A6-9555-1F22-C3B1-9F183C45CD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6339503" y="1985326"/>
            <a:ext cx="4675450" cy="3466150"/>
          </a:xfrm>
          <a:prstGeom prst="rect">
            <a:avLst/>
          </a:prstGeom>
        </p:spPr>
      </p:pic>
      <p:sp>
        <p:nvSpPr>
          <p:cNvPr id="3" name="กล่องข้อความ 2">
            <a:extLst>
              <a:ext uri="{FF2B5EF4-FFF2-40B4-BE49-F238E27FC236}">
                <a16:creationId xmlns:a16="http://schemas.microsoft.com/office/drawing/2014/main" id="{32B33653-D638-6A67-47B6-60FCAE283A9D}"/>
              </a:ext>
            </a:extLst>
          </p:cNvPr>
          <p:cNvSpPr txBox="1"/>
          <p:nvPr/>
        </p:nvSpPr>
        <p:spPr>
          <a:xfrm rot="16200000">
            <a:off x="9068927" y="1535389"/>
            <a:ext cx="488563" cy="2308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ADC4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2" name="ตัวเชื่อมต่อตรง 21">
            <a:extLst>
              <a:ext uri="{FF2B5EF4-FFF2-40B4-BE49-F238E27FC236}">
                <a16:creationId xmlns:a16="http://schemas.microsoft.com/office/drawing/2014/main" id="{BF6818B6-1135-2786-DD0D-179E91578849}"/>
              </a:ext>
            </a:extLst>
          </p:cNvPr>
          <p:cNvCxnSpPr>
            <a:stCxn id="3" idx="1"/>
          </p:cNvCxnSpPr>
          <p:nvPr/>
        </p:nvCxnSpPr>
        <p:spPr>
          <a:xfrm>
            <a:off x="9313209" y="1895087"/>
            <a:ext cx="0" cy="112972"/>
          </a:xfrm>
          <a:prstGeom prst="line">
            <a:avLst/>
          </a:prstGeom>
          <a:ln w="12700">
            <a:solidFill>
              <a:srgbClr val="00B05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BDE83E01-D94B-F0C9-E9A7-8D5CF2EA61D2}"/>
              </a:ext>
            </a:extLst>
          </p:cNvPr>
          <p:cNvSpPr txBox="1"/>
          <p:nvPr/>
        </p:nvSpPr>
        <p:spPr>
          <a:xfrm rot="16200000">
            <a:off x="9061447" y="723448"/>
            <a:ext cx="488563" cy="23083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ADC5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4" name="ตัวเชื่อมต่อตรง 23">
            <a:extLst>
              <a:ext uri="{FF2B5EF4-FFF2-40B4-BE49-F238E27FC236}">
                <a16:creationId xmlns:a16="http://schemas.microsoft.com/office/drawing/2014/main" id="{E3D6C40E-E9F3-4B8D-58F2-E3E9AE1FB213}"/>
              </a:ext>
            </a:extLst>
          </p:cNvPr>
          <p:cNvCxnSpPr>
            <a:stCxn id="23" idx="1"/>
          </p:cNvCxnSpPr>
          <p:nvPr/>
        </p:nvCxnSpPr>
        <p:spPr>
          <a:xfrm>
            <a:off x="9305729" y="1083146"/>
            <a:ext cx="0" cy="112972"/>
          </a:xfrm>
          <a:prstGeom prst="line">
            <a:avLst/>
          </a:prstGeom>
          <a:ln w="12700">
            <a:solidFill>
              <a:srgbClr val="C0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F837D296-D075-83B8-FF52-0B0E94E1E324}"/>
              </a:ext>
            </a:extLst>
          </p:cNvPr>
          <p:cNvSpPr txBox="1"/>
          <p:nvPr/>
        </p:nvSpPr>
        <p:spPr>
          <a:xfrm rot="16200000">
            <a:off x="8713915" y="1535388"/>
            <a:ext cx="488563" cy="23083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ADC6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6" name="ตัวเชื่อมต่อตรง 25">
            <a:extLst>
              <a:ext uri="{FF2B5EF4-FFF2-40B4-BE49-F238E27FC236}">
                <a16:creationId xmlns:a16="http://schemas.microsoft.com/office/drawing/2014/main" id="{18B3D164-A6FF-A14F-4A17-33779ABFF549}"/>
              </a:ext>
            </a:extLst>
          </p:cNvPr>
          <p:cNvCxnSpPr>
            <a:stCxn id="25" idx="1"/>
          </p:cNvCxnSpPr>
          <p:nvPr/>
        </p:nvCxnSpPr>
        <p:spPr>
          <a:xfrm>
            <a:off x="8958197" y="1895086"/>
            <a:ext cx="0" cy="112972"/>
          </a:xfrm>
          <a:prstGeom prst="line">
            <a:avLst/>
          </a:prstGeom>
          <a:ln w="12700">
            <a:solidFill>
              <a:srgbClr val="00B0F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กล่องข้อความ 27">
            <a:extLst>
              <a:ext uri="{FF2B5EF4-FFF2-40B4-BE49-F238E27FC236}">
                <a16:creationId xmlns:a16="http://schemas.microsoft.com/office/drawing/2014/main" id="{FB3D6086-7713-A5BE-54E4-46BE15101DFA}"/>
              </a:ext>
            </a:extLst>
          </p:cNvPr>
          <p:cNvSpPr txBox="1"/>
          <p:nvPr/>
        </p:nvSpPr>
        <p:spPr>
          <a:xfrm rot="16200000">
            <a:off x="8713915" y="712710"/>
            <a:ext cx="488563" cy="23083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ADC7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9" name="ตัวเชื่อมต่อตรง 28">
            <a:extLst>
              <a:ext uri="{FF2B5EF4-FFF2-40B4-BE49-F238E27FC236}">
                <a16:creationId xmlns:a16="http://schemas.microsoft.com/office/drawing/2014/main" id="{A5F46D84-5D98-F30F-EE73-A3B78969B5E4}"/>
              </a:ext>
            </a:extLst>
          </p:cNvPr>
          <p:cNvCxnSpPr>
            <a:stCxn id="28" idx="1"/>
          </p:cNvCxnSpPr>
          <p:nvPr/>
        </p:nvCxnSpPr>
        <p:spPr>
          <a:xfrm>
            <a:off x="8958197" y="1072408"/>
            <a:ext cx="0" cy="112972"/>
          </a:xfrm>
          <a:prstGeom prst="line">
            <a:avLst/>
          </a:prstGeom>
          <a:ln w="12700">
            <a:solidFill>
              <a:srgbClr val="7030A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สี่เหลี่ยมผืนผ้า 29">
            <a:extLst>
              <a:ext uri="{FF2B5EF4-FFF2-40B4-BE49-F238E27FC236}">
                <a16:creationId xmlns:a16="http://schemas.microsoft.com/office/drawing/2014/main" id="{F918CB20-69C4-9816-6BA8-B7229CF88260}"/>
              </a:ext>
            </a:extLst>
          </p:cNvPr>
          <p:cNvSpPr/>
          <p:nvPr/>
        </p:nvSpPr>
        <p:spPr>
          <a:xfrm>
            <a:off x="9169173" y="2313658"/>
            <a:ext cx="330701" cy="18296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2" name="สี่เหลี่ยมผืนผ้า 31">
            <a:extLst>
              <a:ext uri="{FF2B5EF4-FFF2-40B4-BE49-F238E27FC236}">
                <a16:creationId xmlns:a16="http://schemas.microsoft.com/office/drawing/2014/main" id="{C63A4501-054E-9638-EC33-0B51D67A9019}"/>
              </a:ext>
            </a:extLst>
          </p:cNvPr>
          <p:cNvSpPr/>
          <p:nvPr/>
        </p:nvSpPr>
        <p:spPr>
          <a:xfrm>
            <a:off x="9169172" y="2085573"/>
            <a:ext cx="330701" cy="1829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3" name="สี่เหลี่ยมผืนผ้า 32">
            <a:extLst>
              <a:ext uri="{FF2B5EF4-FFF2-40B4-BE49-F238E27FC236}">
                <a16:creationId xmlns:a16="http://schemas.microsoft.com/office/drawing/2014/main" id="{41E10780-306D-5B89-BFE1-2F12CBB222CC}"/>
              </a:ext>
            </a:extLst>
          </p:cNvPr>
          <p:cNvSpPr/>
          <p:nvPr/>
        </p:nvSpPr>
        <p:spPr>
          <a:xfrm>
            <a:off x="8777594" y="2313658"/>
            <a:ext cx="330701" cy="18296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th-TH" dirty="0"/>
          </a:p>
        </p:txBody>
      </p:sp>
      <p:sp>
        <p:nvSpPr>
          <p:cNvPr id="34" name="สี่เหลี่ยมผืนผ้า 33">
            <a:extLst>
              <a:ext uri="{FF2B5EF4-FFF2-40B4-BE49-F238E27FC236}">
                <a16:creationId xmlns:a16="http://schemas.microsoft.com/office/drawing/2014/main" id="{20E9D45E-03E7-C317-B5FE-1B72CD9FCACF}"/>
              </a:ext>
            </a:extLst>
          </p:cNvPr>
          <p:cNvSpPr/>
          <p:nvPr/>
        </p:nvSpPr>
        <p:spPr>
          <a:xfrm>
            <a:off x="8782631" y="2098297"/>
            <a:ext cx="330701" cy="18296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1770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3" grpId="0" animBg="1"/>
      <p:bldP spid="23" grpId="0" animBg="1"/>
      <p:bldP spid="25" grpId="0" animBg="1"/>
      <p:bldP spid="28" grpId="0" animBg="1"/>
      <p:bldP spid="30" grpId="0" animBg="1"/>
      <p:bldP spid="32" grpId="0" animBg="1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รูปภาพ 59">
            <a:extLst>
              <a:ext uri="{FF2B5EF4-FFF2-40B4-BE49-F238E27FC236}">
                <a16:creationId xmlns:a16="http://schemas.microsoft.com/office/drawing/2014/main" id="{4C2FBE3F-41FD-C2EE-FFEB-A6388A16A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55" b="90970" l="9646" r="89988">
                        <a14:foregroundMark x1="23932" y1="15385" x2="18803" y2="17057"/>
                        <a14:foregroundMark x1="31990" y1="8696" x2="31624" y2="15385"/>
                        <a14:foregroundMark x1="23565" y1="14381" x2="18071" y2="14883"/>
                        <a14:foregroundMark x1="25519" y1="23913" x2="23443" y2="32943"/>
                        <a14:foregroundMark x1="21490" y1="24582" x2="21978" y2="34950"/>
                        <a14:foregroundMark x1="23199" y1="23244" x2="22955" y2="22910"/>
                        <a14:foregroundMark x1="21978" y1="36288" x2="28571" y2="34448"/>
                        <a14:foregroundMark x1="28571" y1="34448" x2="28571" y2="31773"/>
                        <a14:foregroundMark x1="29792" y1="27425" x2="39194" y2="28930"/>
                        <a14:foregroundMark x1="39194" y1="28930" x2="33089" y2="30268"/>
                        <a14:foregroundMark x1="33944" y1="31940" x2="37485" y2="32441"/>
                        <a14:foregroundMark x1="37851" y1="30100" x2="35775" y2="35786"/>
                        <a14:foregroundMark x1="55800" y1="26087" x2="55189" y2="30268"/>
                        <a14:foregroundMark x1="56044" y1="31773" x2="52869" y2="30268"/>
                        <a14:foregroundMark x1="31502" y1="6355" x2="30525" y2="14381"/>
                        <a14:foregroundMark x1="32601" y1="8194" x2="32479" y2="19231"/>
                        <a14:foregroundMark x1="28571" y1="24916" x2="27839" y2="33612"/>
                        <a14:foregroundMark x1="34188" y1="25753" x2="40171" y2="24080"/>
                        <a14:foregroundMark x1="59341" y1="7191" x2="59096" y2="15217"/>
                        <a14:foregroundMark x1="60440" y1="9197" x2="60928" y2="15719"/>
                        <a14:foregroundMark x1="67399" y1="15217" x2="72772" y2="15719"/>
                        <a14:foregroundMark x1="73138" y1="14381" x2="66300" y2="13880"/>
                        <a14:foregroundMark x1="73138" y1="17391" x2="67155" y2="18729"/>
                        <a14:foregroundMark x1="72283" y1="19064" x2="65690" y2="19398"/>
                        <a14:foregroundMark x1="65568" y1="24080" x2="64225" y2="33612"/>
                        <a14:foregroundMark x1="64225" y1="33612" x2="58730" y2="30435"/>
                        <a14:foregroundMark x1="36874" y1="70736" x2="27717" y2="69398"/>
                        <a14:foregroundMark x1="27717" y1="69398" x2="23932" y2="75084"/>
                        <a14:foregroundMark x1="34554" y1="66722" x2="37485" y2="66221"/>
                        <a14:foregroundMark x1="21978" y1="66054" x2="21490" y2="71739"/>
                        <a14:foregroundMark x1="66545" y1="63712" x2="60073" y2="70903"/>
                        <a14:foregroundMark x1="60073" y1="70903" x2="53480" y2="70903"/>
                        <a14:foregroundMark x1="53480" y1="70903" x2="56899" y2="67391"/>
                        <a14:foregroundMark x1="59707" y1="85619" x2="60317" y2="90970"/>
                        <a14:foregroundMark x1="68254" y1="82274" x2="72405" y2="83779"/>
                        <a14:foregroundMark x1="31746" y1="85953" x2="31746" y2="87960"/>
                        <a14:foregroundMark x1="39927" y1="51338" x2="48962" y2="50502"/>
                        <a14:foregroundMark x1="48962" y1="50502" x2="46642" y2="50502"/>
                        <a14:foregroundMark x1="50916" y1="47157" x2="48596" y2="55351"/>
                        <a14:foregroundMark x1="45421" y1="26923" x2="46642" y2="27759"/>
                        <a14:foregroundMark x1="43468" y1="29097" x2="44322" y2="30435"/>
                        <a14:foregroundMark x1="47619" y1="30602" x2="44689" y2="34615"/>
                        <a14:foregroundMark x1="52503" y1="20569" x2="52625" y2="22408"/>
                        <a14:foregroundMark x1="39683" y1="78595" x2="39560" y2="79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81" t="1635" r="22242"/>
          <a:stretch/>
        </p:blipFill>
        <p:spPr>
          <a:xfrm>
            <a:off x="1983605" y="1278922"/>
            <a:ext cx="3346964" cy="3693886"/>
          </a:xfrm>
          <a:prstGeom prst="rect">
            <a:avLst/>
          </a:prstGeom>
        </p:spPr>
      </p:pic>
      <p:sp>
        <p:nvSpPr>
          <p:cNvPr id="18" name="สี่เหลี่ยมผืนผ้า 17">
            <a:extLst>
              <a:ext uri="{FF2B5EF4-FFF2-40B4-BE49-F238E27FC236}">
                <a16:creationId xmlns:a16="http://schemas.microsoft.com/office/drawing/2014/main" id="{BB1A2775-15F2-F866-FEFB-307E00A865C7}"/>
              </a:ext>
            </a:extLst>
          </p:cNvPr>
          <p:cNvSpPr/>
          <p:nvPr/>
        </p:nvSpPr>
        <p:spPr>
          <a:xfrm>
            <a:off x="2339589" y="2063924"/>
            <a:ext cx="1169827" cy="58529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สี่เหลี่ยมผืนผ้า 25">
            <a:extLst>
              <a:ext uri="{FF2B5EF4-FFF2-40B4-BE49-F238E27FC236}">
                <a16:creationId xmlns:a16="http://schemas.microsoft.com/office/drawing/2014/main" id="{9B75A551-000C-EC37-B38A-434395E367B9}"/>
              </a:ext>
            </a:extLst>
          </p:cNvPr>
          <p:cNvSpPr/>
          <p:nvPr/>
        </p:nvSpPr>
        <p:spPr>
          <a:xfrm>
            <a:off x="189762" y="5368549"/>
            <a:ext cx="288511" cy="165854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38CFE420-5AF7-3F45-0556-9C1B39C82D1D}"/>
              </a:ext>
            </a:extLst>
          </p:cNvPr>
          <p:cNvSpPr/>
          <p:nvPr/>
        </p:nvSpPr>
        <p:spPr>
          <a:xfrm>
            <a:off x="189886" y="5665328"/>
            <a:ext cx="288511" cy="1658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8" name="สี่เหลี่ยมผืนผ้า 27">
            <a:extLst>
              <a:ext uri="{FF2B5EF4-FFF2-40B4-BE49-F238E27FC236}">
                <a16:creationId xmlns:a16="http://schemas.microsoft.com/office/drawing/2014/main" id="{073A4AB1-3F91-5E6C-41C7-E05708DC6F81}"/>
              </a:ext>
            </a:extLst>
          </p:cNvPr>
          <p:cNvSpPr/>
          <p:nvPr/>
        </p:nvSpPr>
        <p:spPr>
          <a:xfrm>
            <a:off x="194844" y="5976983"/>
            <a:ext cx="288511" cy="165854"/>
          </a:xfrm>
          <a:prstGeom prst="rect">
            <a:avLst/>
          </a:pr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สี่เหลี่ยมผืนผ้า 28">
            <a:extLst>
              <a:ext uri="{FF2B5EF4-FFF2-40B4-BE49-F238E27FC236}">
                <a16:creationId xmlns:a16="http://schemas.microsoft.com/office/drawing/2014/main" id="{15BA32F6-5089-E05B-DD9F-A10EB7D28B54}"/>
              </a:ext>
            </a:extLst>
          </p:cNvPr>
          <p:cNvSpPr/>
          <p:nvPr/>
        </p:nvSpPr>
        <p:spPr>
          <a:xfrm>
            <a:off x="189763" y="6273762"/>
            <a:ext cx="288511" cy="165854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solidFill>
                <a:srgbClr val="FFC000"/>
              </a:solidFill>
            </a:endParaRPr>
          </a:p>
        </p:txBody>
      </p:sp>
      <p:sp>
        <p:nvSpPr>
          <p:cNvPr id="30" name="กล่องข้อความ 29">
            <a:extLst>
              <a:ext uri="{FF2B5EF4-FFF2-40B4-BE49-F238E27FC236}">
                <a16:creationId xmlns:a16="http://schemas.microsoft.com/office/drawing/2014/main" id="{8534BF07-9BAE-E703-228F-DE263EE58872}"/>
              </a:ext>
            </a:extLst>
          </p:cNvPr>
          <p:cNvSpPr txBox="1"/>
          <p:nvPr/>
        </p:nvSpPr>
        <p:spPr>
          <a:xfrm>
            <a:off x="117269" y="489004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b="1" u="sng" dirty="0"/>
              <a:t>สัญลักษณ์</a:t>
            </a:r>
          </a:p>
        </p:txBody>
      </p:sp>
      <p:sp>
        <p:nvSpPr>
          <p:cNvPr id="35" name="กล่องข้อความ 34">
            <a:extLst>
              <a:ext uri="{FF2B5EF4-FFF2-40B4-BE49-F238E27FC236}">
                <a16:creationId xmlns:a16="http://schemas.microsoft.com/office/drawing/2014/main" id="{8410D7D8-564D-D400-FAF3-B841996D1A63}"/>
              </a:ext>
            </a:extLst>
          </p:cNvPr>
          <p:cNvSpPr txBox="1"/>
          <p:nvPr/>
        </p:nvSpPr>
        <p:spPr>
          <a:xfrm>
            <a:off x="3007381" y="5349305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u="sng" dirty="0"/>
              <a:t>ด้านหลัง</a:t>
            </a:r>
          </a:p>
        </p:txBody>
      </p:sp>
      <p:sp>
        <p:nvSpPr>
          <p:cNvPr id="36" name="สี่เหลี่ยมผืนผ้า 35">
            <a:extLst>
              <a:ext uri="{FF2B5EF4-FFF2-40B4-BE49-F238E27FC236}">
                <a16:creationId xmlns:a16="http://schemas.microsoft.com/office/drawing/2014/main" id="{940DC6C9-B18C-C40C-3E2B-5E8C3F97E641}"/>
              </a:ext>
            </a:extLst>
          </p:cNvPr>
          <p:cNvSpPr/>
          <p:nvPr/>
        </p:nvSpPr>
        <p:spPr>
          <a:xfrm>
            <a:off x="3829470" y="2050797"/>
            <a:ext cx="1169827" cy="585290"/>
          </a:xfrm>
          <a:prstGeom prst="rect">
            <a:avLst/>
          </a:pr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7" name="สี่เหลี่ยมผืนผ้า 36">
            <a:extLst>
              <a:ext uri="{FF2B5EF4-FFF2-40B4-BE49-F238E27FC236}">
                <a16:creationId xmlns:a16="http://schemas.microsoft.com/office/drawing/2014/main" id="{1D25E01A-ED37-01FA-839F-6D2B23947691}"/>
              </a:ext>
            </a:extLst>
          </p:cNvPr>
          <p:cNvSpPr/>
          <p:nvPr/>
        </p:nvSpPr>
        <p:spPr>
          <a:xfrm>
            <a:off x="3829470" y="3553027"/>
            <a:ext cx="1169827" cy="521121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8" name="สี่เหลี่ยมผืนผ้า 37">
            <a:extLst>
              <a:ext uri="{FF2B5EF4-FFF2-40B4-BE49-F238E27FC236}">
                <a16:creationId xmlns:a16="http://schemas.microsoft.com/office/drawing/2014/main" id="{66DA57C9-0B14-8210-0299-B168480F1F92}"/>
              </a:ext>
            </a:extLst>
          </p:cNvPr>
          <p:cNvSpPr/>
          <p:nvPr/>
        </p:nvSpPr>
        <p:spPr>
          <a:xfrm>
            <a:off x="2322536" y="3560635"/>
            <a:ext cx="1169827" cy="5852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9" name="กล่องข้อความ 38">
            <a:extLst>
              <a:ext uri="{FF2B5EF4-FFF2-40B4-BE49-F238E27FC236}">
                <a16:creationId xmlns:a16="http://schemas.microsoft.com/office/drawing/2014/main" id="{F41954F4-D754-40B9-4380-27266A6A9A6F}"/>
              </a:ext>
            </a:extLst>
          </p:cNvPr>
          <p:cNvSpPr txBox="1"/>
          <p:nvPr/>
        </p:nvSpPr>
        <p:spPr>
          <a:xfrm>
            <a:off x="3217434" y="239666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b="1" u="sng" dirty="0"/>
              <a:t>ด้านหน้า</a:t>
            </a:r>
          </a:p>
        </p:txBody>
      </p:sp>
      <p:sp>
        <p:nvSpPr>
          <p:cNvPr id="40" name="กล่องข้อความ 39">
            <a:extLst>
              <a:ext uri="{FF2B5EF4-FFF2-40B4-BE49-F238E27FC236}">
                <a16:creationId xmlns:a16="http://schemas.microsoft.com/office/drawing/2014/main" id="{4457EAC4-F747-1921-06B5-47A920CA93A8}"/>
              </a:ext>
            </a:extLst>
          </p:cNvPr>
          <p:cNvSpPr txBox="1"/>
          <p:nvPr/>
        </p:nvSpPr>
        <p:spPr>
          <a:xfrm>
            <a:off x="2540834" y="3029808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</a:t>
            </a:r>
            <a:endParaRPr lang="th-TH" b="1" u="sng" dirty="0"/>
          </a:p>
        </p:txBody>
      </p:sp>
      <p:sp>
        <p:nvSpPr>
          <p:cNvPr id="41" name="กล่องข้อความ 40">
            <a:extLst>
              <a:ext uri="{FF2B5EF4-FFF2-40B4-BE49-F238E27FC236}">
                <a16:creationId xmlns:a16="http://schemas.microsoft.com/office/drawing/2014/main" id="{49BE4730-CAEE-98C1-0BE4-6BE4D62AE381}"/>
              </a:ext>
            </a:extLst>
          </p:cNvPr>
          <p:cNvSpPr txBox="1"/>
          <p:nvPr/>
        </p:nvSpPr>
        <p:spPr>
          <a:xfrm>
            <a:off x="4516845" y="2978150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</a:t>
            </a:r>
            <a:endParaRPr lang="th-TH" b="1" u="sng" dirty="0"/>
          </a:p>
        </p:txBody>
      </p:sp>
      <p:cxnSp>
        <p:nvCxnSpPr>
          <p:cNvPr id="48" name="ตัวเชื่อมต่อ: หักมุม 47">
            <a:extLst>
              <a:ext uri="{FF2B5EF4-FFF2-40B4-BE49-F238E27FC236}">
                <a16:creationId xmlns:a16="http://schemas.microsoft.com/office/drawing/2014/main" id="{09489175-0501-8E1B-3393-41173173449A}"/>
              </a:ext>
            </a:extLst>
          </p:cNvPr>
          <p:cNvCxnSpPr>
            <a:cxnSpLocks/>
          </p:cNvCxnSpPr>
          <p:nvPr/>
        </p:nvCxnSpPr>
        <p:spPr>
          <a:xfrm flipV="1">
            <a:off x="2322534" y="897247"/>
            <a:ext cx="4718346" cy="1478279"/>
          </a:xfrm>
          <a:prstGeom prst="bentConnector3">
            <a:avLst>
              <a:gd name="adj1" fmla="val -9915"/>
            </a:avLst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ตัวเชื่อมต่อ: หักมุม 50">
            <a:extLst>
              <a:ext uri="{FF2B5EF4-FFF2-40B4-BE49-F238E27FC236}">
                <a16:creationId xmlns:a16="http://schemas.microsoft.com/office/drawing/2014/main" id="{934D4E41-24C0-C8A8-4CEA-016DD50D1A69}"/>
              </a:ext>
            </a:extLst>
          </p:cNvPr>
          <p:cNvCxnSpPr>
            <a:cxnSpLocks/>
            <a:stCxn id="38" idx="1"/>
          </p:cNvCxnSpPr>
          <p:nvPr/>
        </p:nvCxnSpPr>
        <p:spPr>
          <a:xfrm rot="10800000" flipH="1">
            <a:off x="2322535" y="1127084"/>
            <a:ext cx="4176125" cy="2726196"/>
          </a:xfrm>
          <a:prstGeom prst="bentConnector3">
            <a:avLst>
              <a:gd name="adj1" fmla="val -19159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ตัวเชื่อมต่อ: หักมุม 56">
            <a:extLst>
              <a:ext uri="{FF2B5EF4-FFF2-40B4-BE49-F238E27FC236}">
                <a16:creationId xmlns:a16="http://schemas.microsoft.com/office/drawing/2014/main" id="{6F75B420-FC3B-E0E9-D78E-EB099394D236}"/>
              </a:ext>
            </a:extLst>
          </p:cNvPr>
          <p:cNvCxnSpPr>
            <a:cxnSpLocks/>
            <a:stCxn id="36" idx="3"/>
            <a:endCxn id="21" idx="1"/>
          </p:cNvCxnSpPr>
          <p:nvPr/>
        </p:nvCxnSpPr>
        <p:spPr>
          <a:xfrm>
            <a:off x="4999297" y="2343442"/>
            <a:ext cx="2596640" cy="1609545"/>
          </a:xfrm>
          <a:prstGeom prst="bentConnector3">
            <a:avLst>
              <a:gd name="adj1" fmla="val 45598"/>
            </a:avLst>
          </a:prstGeom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ตัวเชื่อมต่อ: หักมุม 60">
            <a:extLst>
              <a:ext uri="{FF2B5EF4-FFF2-40B4-BE49-F238E27FC236}">
                <a16:creationId xmlns:a16="http://schemas.microsoft.com/office/drawing/2014/main" id="{8DCB6F7F-1B01-3575-DCD5-E588F81A0D37}"/>
              </a:ext>
            </a:extLst>
          </p:cNvPr>
          <p:cNvCxnSpPr>
            <a:cxnSpLocks/>
            <a:stCxn id="37" idx="3"/>
            <a:endCxn id="25" idx="1"/>
          </p:cNvCxnSpPr>
          <p:nvPr/>
        </p:nvCxnSpPr>
        <p:spPr>
          <a:xfrm>
            <a:off x="4999297" y="3813588"/>
            <a:ext cx="2604463" cy="420287"/>
          </a:xfrm>
          <a:prstGeom prst="bentConnector3">
            <a:avLst>
              <a:gd name="adj1" fmla="val 35664"/>
            </a:avLst>
          </a:prstGeom>
          <a:ln w="127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กล่องข้อความ 63">
            <a:extLst>
              <a:ext uri="{FF2B5EF4-FFF2-40B4-BE49-F238E27FC236}">
                <a16:creationId xmlns:a16="http://schemas.microsoft.com/office/drawing/2014/main" id="{270219F0-8AFF-721F-7844-739AC850500C}"/>
              </a:ext>
            </a:extLst>
          </p:cNvPr>
          <p:cNvSpPr txBox="1"/>
          <p:nvPr/>
        </p:nvSpPr>
        <p:spPr>
          <a:xfrm>
            <a:off x="568353" y="5349305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1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65" name="กล่องข้อความ 64">
            <a:extLst>
              <a:ext uri="{FF2B5EF4-FFF2-40B4-BE49-F238E27FC236}">
                <a16:creationId xmlns:a16="http://schemas.microsoft.com/office/drawing/2014/main" id="{3D503D89-8F80-590B-C0FB-9CFD2FEB1206}"/>
              </a:ext>
            </a:extLst>
          </p:cNvPr>
          <p:cNvSpPr txBox="1"/>
          <p:nvPr/>
        </p:nvSpPr>
        <p:spPr>
          <a:xfrm>
            <a:off x="568352" y="5638371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2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66" name="กล่องข้อความ 65">
            <a:extLst>
              <a:ext uri="{FF2B5EF4-FFF2-40B4-BE49-F238E27FC236}">
                <a16:creationId xmlns:a16="http://schemas.microsoft.com/office/drawing/2014/main" id="{D31BEAE4-0182-526D-823D-C2A0834A1B41}"/>
              </a:ext>
            </a:extLst>
          </p:cNvPr>
          <p:cNvSpPr txBox="1"/>
          <p:nvPr/>
        </p:nvSpPr>
        <p:spPr>
          <a:xfrm>
            <a:off x="568351" y="5959133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3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67" name="กล่องข้อความ 66">
            <a:extLst>
              <a:ext uri="{FF2B5EF4-FFF2-40B4-BE49-F238E27FC236}">
                <a16:creationId xmlns:a16="http://schemas.microsoft.com/office/drawing/2014/main" id="{435D6D4A-8025-0675-DD30-C26F3FFBE22C}"/>
              </a:ext>
            </a:extLst>
          </p:cNvPr>
          <p:cNvSpPr txBox="1"/>
          <p:nvPr/>
        </p:nvSpPr>
        <p:spPr>
          <a:xfrm>
            <a:off x="568351" y="6279895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4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5E566C3D-9C23-D775-9DCB-AB12BE154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7516550" y="1793222"/>
            <a:ext cx="4675450" cy="3466150"/>
          </a:xfrm>
          <a:prstGeom prst="rect">
            <a:avLst/>
          </a:prstGeom>
        </p:spPr>
      </p:pic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2C9E73F7-1E29-213C-AEB7-A7AD0C86AB67}"/>
              </a:ext>
            </a:extLst>
          </p:cNvPr>
          <p:cNvSpPr/>
          <p:nvPr/>
        </p:nvSpPr>
        <p:spPr>
          <a:xfrm rot="16200000">
            <a:off x="8520570" y="3192193"/>
            <a:ext cx="238765" cy="234848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935AC901-1D8A-EFE4-0D4A-D5DB0870557E}"/>
              </a:ext>
            </a:extLst>
          </p:cNvPr>
          <p:cNvSpPr txBox="1"/>
          <p:nvPr/>
        </p:nvSpPr>
        <p:spPr>
          <a:xfrm>
            <a:off x="7595937" y="3233088"/>
            <a:ext cx="682778" cy="2308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1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7" name="ตัวเชื่อมต่อตรง 6">
            <a:extLst>
              <a:ext uri="{FF2B5EF4-FFF2-40B4-BE49-F238E27FC236}">
                <a16:creationId xmlns:a16="http://schemas.microsoft.com/office/drawing/2014/main" id="{3B97F8A5-E417-4F13-A572-A0522FA4F81F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8278715" y="3348504"/>
            <a:ext cx="161142" cy="1"/>
          </a:xfrm>
          <a:prstGeom prst="line">
            <a:avLst/>
          </a:prstGeom>
          <a:ln w="12700">
            <a:solidFill>
              <a:srgbClr val="FF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172FFFF0-9B4E-3A38-2996-A22F4CA85662}"/>
              </a:ext>
            </a:extLst>
          </p:cNvPr>
          <p:cNvSpPr/>
          <p:nvPr/>
        </p:nvSpPr>
        <p:spPr>
          <a:xfrm rot="16200000">
            <a:off x="8520571" y="3511968"/>
            <a:ext cx="238765" cy="2348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สี่เหลี่ยมผืนผ้า 15">
            <a:extLst>
              <a:ext uri="{FF2B5EF4-FFF2-40B4-BE49-F238E27FC236}">
                <a16:creationId xmlns:a16="http://schemas.microsoft.com/office/drawing/2014/main" id="{5AF07094-0D4E-D478-25EA-8F194B157628}"/>
              </a:ext>
            </a:extLst>
          </p:cNvPr>
          <p:cNvSpPr/>
          <p:nvPr/>
        </p:nvSpPr>
        <p:spPr>
          <a:xfrm rot="16200000">
            <a:off x="8516923" y="3844362"/>
            <a:ext cx="238765" cy="234848"/>
          </a:xfrm>
          <a:prstGeom prst="rect">
            <a:avLst/>
          </a:prstGeom>
          <a:noFill/>
          <a:ln w="28575">
            <a:solidFill>
              <a:srgbClr val="00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BCC9C13E-992F-F963-1071-9098E802A416}"/>
              </a:ext>
            </a:extLst>
          </p:cNvPr>
          <p:cNvSpPr/>
          <p:nvPr/>
        </p:nvSpPr>
        <p:spPr>
          <a:xfrm rot="16200000">
            <a:off x="8516924" y="4147884"/>
            <a:ext cx="238765" cy="234848"/>
          </a:xfrm>
          <a:prstGeom prst="rect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E1D1771A-B079-B6F5-6484-A2BDD00D55F2}"/>
              </a:ext>
            </a:extLst>
          </p:cNvPr>
          <p:cNvSpPr txBox="1"/>
          <p:nvPr/>
        </p:nvSpPr>
        <p:spPr>
          <a:xfrm>
            <a:off x="7602114" y="3537364"/>
            <a:ext cx="682778" cy="2308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2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0" name="ตัวเชื่อมต่อตรง 19">
            <a:extLst>
              <a:ext uri="{FF2B5EF4-FFF2-40B4-BE49-F238E27FC236}">
                <a16:creationId xmlns:a16="http://schemas.microsoft.com/office/drawing/2014/main" id="{74235810-00D9-91FE-C26E-7D4FF0FD2CD7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8284892" y="3652780"/>
            <a:ext cx="161142" cy="1"/>
          </a:xfrm>
          <a:prstGeom prst="line">
            <a:avLst/>
          </a:prstGeom>
          <a:ln w="12700">
            <a:solidFill>
              <a:srgbClr val="FF00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57FF469E-DFF0-3081-F933-E0F9FEE23ED8}"/>
              </a:ext>
            </a:extLst>
          </p:cNvPr>
          <p:cNvSpPr txBox="1"/>
          <p:nvPr/>
        </p:nvSpPr>
        <p:spPr>
          <a:xfrm>
            <a:off x="7595937" y="3837571"/>
            <a:ext cx="682778" cy="230832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3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22" name="ตัวเชื่อมต่อตรง 21">
            <a:extLst>
              <a:ext uri="{FF2B5EF4-FFF2-40B4-BE49-F238E27FC236}">
                <a16:creationId xmlns:a16="http://schemas.microsoft.com/office/drawing/2014/main" id="{29BC89E4-9089-0DF5-11BB-89900C8438F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8278715" y="3952987"/>
            <a:ext cx="161142" cy="1"/>
          </a:xfrm>
          <a:prstGeom prst="line">
            <a:avLst/>
          </a:prstGeom>
          <a:ln w="12700">
            <a:solidFill>
              <a:srgbClr val="00FFFF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กล่องข้อความ 24">
            <a:extLst>
              <a:ext uri="{FF2B5EF4-FFF2-40B4-BE49-F238E27FC236}">
                <a16:creationId xmlns:a16="http://schemas.microsoft.com/office/drawing/2014/main" id="{21857315-6212-B71E-2417-20B918A576FB}"/>
              </a:ext>
            </a:extLst>
          </p:cNvPr>
          <p:cNvSpPr txBox="1"/>
          <p:nvPr/>
        </p:nvSpPr>
        <p:spPr>
          <a:xfrm>
            <a:off x="7603760" y="4118459"/>
            <a:ext cx="682778" cy="230832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MOTOR 4</a:t>
            </a:r>
            <a:endParaRPr lang="th-TH" sz="90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cxnSp>
        <p:nvCxnSpPr>
          <p:cNvPr id="31" name="ตัวเชื่อมต่อตรง 30">
            <a:extLst>
              <a:ext uri="{FF2B5EF4-FFF2-40B4-BE49-F238E27FC236}">
                <a16:creationId xmlns:a16="http://schemas.microsoft.com/office/drawing/2014/main" id="{23233E5D-ABB9-9C58-F9F9-BEC50F42A2BF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8286538" y="4233875"/>
            <a:ext cx="161142" cy="1"/>
          </a:xfrm>
          <a:prstGeom prst="line">
            <a:avLst/>
          </a:prstGeom>
          <a:ln w="12700">
            <a:solidFill>
              <a:srgbClr val="00FF00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ตัวเชื่อมต่อ: หักมุม 54">
            <a:extLst>
              <a:ext uri="{FF2B5EF4-FFF2-40B4-BE49-F238E27FC236}">
                <a16:creationId xmlns:a16="http://schemas.microsoft.com/office/drawing/2014/main" id="{45672A5F-3D25-5699-0CF0-55B00BC9EBDE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5785720" y="1836386"/>
            <a:ext cx="2521888" cy="1110900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ตัวเชื่อมต่อ: หักมุม 82">
            <a:extLst>
              <a:ext uri="{FF2B5EF4-FFF2-40B4-BE49-F238E27FC236}">
                <a16:creationId xmlns:a16="http://schemas.microsoft.com/office/drawing/2014/main" id="{433E0C0E-4BA7-63B2-E1F7-F870CCC1E1DA}"/>
              </a:ext>
            </a:extLst>
          </p:cNvPr>
          <p:cNvCxnSpPr>
            <a:stCxn id="6" idx="1"/>
          </p:cNvCxnSpPr>
          <p:nvPr/>
        </p:nvCxnSpPr>
        <p:spPr>
          <a:xfrm rot="10800000">
            <a:off x="7046665" y="906218"/>
            <a:ext cx="549273" cy="2442287"/>
          </a:xfrm>
          <a:prstGeom prst="bentConnector2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490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36" grpId="0" animBg="1"/>
      <p:bldP spid="37" grpId="0" animBg="1"/>
      <p:bldP spid="38" grpId="0" animBg="1"/>
      <p:bldP spid="3" grpId="0" animBg="1"/>
      <p:bldP spid="6" grpId="0" animBg="1"/>
      <p:bldP spid="15" grpId="0" animBg="1"/>
      <p:bldP spid="16" grpId="0" animBg="1"/>
      <p:bldP spid="17" grpId="0" animBg="1"/>
      <p:bldP spid="19" grpId="0" animBg="1"/>
      <p:bldP spid="21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6">
            <a:extLst>
              <a:ext uri="{FF2B5EF4-FFF2-40B4-BE49-F238E27FC236}">
                <a16:creationId xmlns:a16="http://schemas.microsoft.com/office/drawing/2014/main" id="{65198194-9434-7ABC-21F7-2C1DCBBBFA38}"/>
              </a:ext>
            </a:extLst>
          </p:cNvPr>
          <p:cNvSpPr/>
          <p:nvPr/>
        </p:nvSpPr>
        <p:spPr>
          <a:xfrm>
            <a:off x="308311" y="1958979"/>
            <a:ext cx="288511" cy="165854"/>
          </a:xfrm>
          <a:prstGeom prst="rect">
            <a:avLst/>
          </a:prstGeom>
          <a:solidFill>
            <a:srgbClr val="00B0F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สี่เหลี่ยมผืนผ้า 7">
            <a:extLst>
              <a:ext uri="{FF2B5EF4-FFF2-40B4-BE49-F238E27FC236}">
                <a16:creationId xmlns:a16="http://schemas.microsoft.com/office/drawing/2014/main" id="{279BD5F4-5302-C5C8-9D89-648466A82523}"/>
              </a:ext>
            </a:extLst>
          </p:cNvPr>
          <p:cNvSpPr/>
          <p:nvPr/>
        </p:nvSpPr>
        <p:spPr>
          <a:xfrm>
            <a:off x="308435" y="2255758"/>
            <a:ext cx="288511" cy="165854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73733C91-41DA-2C70-799C-85F5B89C14CB}"/>
              </a:ext>
            </a:extLst>
          </p:cNvPr>
          <p:cNvSpPr txBox="1"/>
          <p:nvPr/>
        </p:nvSpPr>
        <p:spPr>
          <a:xfrm>
            <a:off x="235818" y="148047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b="1" u="sng" dirty="0"/>
              <a:t>สัญลักษณ์</a:t>
            </a: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BD1F0F6F-3D3A-F079-A022-CBDF4B01763C}"/>
              </a:ext>
            </a:extLst>
          </p:cNvPr>
          <p:cNvSpPr txBox="1"/>
          <p:nvPr/>
        </p:nvSpPr>
        <p:spPr>
          <a:xfrm>
            <a:off x="2708028" y="3124241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L</a:t>
            </a:r>
            <a:endParaRPr lang="th-TH" b="1" u="sng" dirty="0"/>
          </a:p>
        </p:txBody>
      </p:sp>
      <p:sp>
        <p:nvSpPr>
          <p:cNvPr id="18" name="กล่องข้อความ 17">
            <a:extLst>
              <a:ext uri="{FF2B5EF4-FFF2-40B4-BE49-F238E27FC236}">
                <a16:creationId xmlns:a16="http://schemas.microsoft.com/office/drawing/2014/main" id="{7CC19095-0AE7-FF7D-7A78-10FD7CFC4064}"/>
              </a:ext>
            </a:extLst>
          </p:cNvPr>
          <p:cNvSpPr txBox="1"/>
          <p:nvPr/>
        </p:nvSpPr>
        <p:spPr>
          <a:xfrm>
            <a:off x="4708742" y="3106173"/>
            <a:ext cx="129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R</a:t>
            </a:r>
            <a:endParaRPr lang="th-TH" b="1" u="sng" dirty="0"/>
          </a:p>
        </p:txBody>
      </p:sp>
      <p:sp>
        <p:nvSpPr>
          <p:cNvPr id="27" name="กล่องข้อความ 26">
            <a:extLst>
              <a:ext uri="{FF2B5EF4-FFF2-40B4-BE49-F238E27FC236}">
                <a16:creationId xmlns:a16="http://schemas.microsoft.com/office/drawing/2014/main" id="{30C36F46-16CE-D9A1-A917-1029CE6CC68B}"/>
              </a:ext>
            </a:extLst>
          </p:cNvPr>
          <p:cNvSpPr txBox="1"/>
          <p:nvPr/>
        </p:nvSpPr>
        <p:spPr>
          <a:xfrm>
            <a:off x="686902" y="1939735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Servo S1</a:t>
            </a:r>
            <a:endParaRPr lang="th-TH" sz="1050" dirty="0">
              <a:solidFill>
                <a:schemeClr val="tx1"/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sp>
        <p:nvSpPr>
          <p:cNvPr id="28" name="กล่องข้อความ 27">
            <a:extLst>
              <a:ext uri="{FF2B5EF4-FFF2-40B4-BE49-F238E27FC236}">
                <a16:creationId xmlns:a16="http://schemas.microsoft.com/office/drawing/2014/main" id="{2200E111-3BF7-E212-2CCA-EB7D4EBE2297}"/>
              </a:ext>
            </a:extLst>
          </p:cNvPr>
          <p:cNvSpPr txBox="1"/>
          <p:nvPr/>
        </p:nvSpPr>
        <p:spPr>
          <a:xfrm>
            <a:off x="686901" y="2228801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Servo S0</a:t>
            </a:r>
            <a:endParaRPr lang="th-TH" sz="105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dobe Gothic Std B" panose="020B0800000000000000" pitchFamily="34" charset="-128"/>
              <a:ea typeface="Adobe Gothic Std B" panose="020B0800000000000000" pitchFamily="34" charset="-128"/>
              <a:cs typeface="+mj-cs"/>
            </a:endParaRPr>
          </a:p>
        </p:txBody>
      </p:sp>
      <p:pic>
        <p:nvPicPr>
          <p:cNvPr id="31" name="Picture 58">
            <a:extLst>
              <a:ext uri="{FF2B5EF4-FFF2-40B4-BE49-F238E27FC236}">
                <a16:creationId xmlns:a16="http://schemas.microsoft.com/office/drawing/2014/main" id="{2351FB25-6655-4583-BCF1-9925D5928D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7" t="17514" b="15280"/>
          <a:stretch/>
        </p:blipFill>
        <p:spPr>
          <a:xfrm>
            <a:off x="3473965" y="685048"/>
            <a:ext cx="1066947" cy="776081"/>
          </a:xfrm>
          <a:prstGeom prst="rect">
            <a:avLst/>
          </a:prstGeom>
        </p:spPr>
      </p:pic>
      <p:sp>
        <p:nvSpPr>
          <p:cNvPr id="32" name="TextBox 116">
            <a:extLst>
              <a:ext uri="{FF2B5EF4-FFF2-40B4-BE49-F238E27FC236}">
                <a16:creationId xmlns:a16="http://schemas.microsoft.com/office/drawing/2014/main" id="{BF139848-F2D2-44C3-A34B-555D53F18FA7}"/>
              </a:ext>
            </a:extLst>
          </p:cNvPr>
          <p:cNvSpPr txBox="1"/>
          <p:nvPr/>
        </p:nvSpPr>
        <p:spPr>
          <a:xfrm>
            <a:off x="3746395" y="482794"/>
            <a:ext cx="675185" cy="26161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Servo S1</a:t>
            </a:r>
            <a:endParaRPr lang="th-TH" sz="1100" dirty="0"/>
          </a:p>
        </p:txBody>
      </p:sp>
      <p:sp>
        <p:nvSpPr>
          <p:cNvPr id="33" name="Callout: Bent Line 205">
            <a:extLst>
              <a:ext uri="{FF2B5EF4-FFF2-40B4-BE49-F238E27FC236}">
                <a16:creationId xmlns:a16="http://schemas.microsoft.com/office/drawing/2014/main" id="{5FF9550B-72B5-46EE-B942-FE782E4D30F9}"/>
              </a:ext>
            </a:extLst>
          </p:cNvPr>
          <p:cNvSpPr/>
          <p:nvPr/>
        </p:nvSpPr>
        <p:spPr>
          <a:xfrm>
            <a:off x="4883403" y="232795"/>
            <a:ext cx="276774" cy="286694"/>
          </a:xfrm>
          <a:prstGeom prst="borderCallout2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34" name="TextBox 235">
            <a:extLst>
              <a:ext uri="{FF2B5EF4-FFF2-40B4-BE49-F238E27FC236}">
                <a16:creationId xmlns:a16="http://schemas.microsoft.com/office/drawing/2014/main" id="{BE48B5F9-D28D-4544-9891-D32F155F5234}"/>
              </a:ext>
            </a:extLst>
          </p:cNvPr>
          <p:cNvSpPr txBox="1"/>
          <p:nvPr/>
        </p:nvSpPr>
        <p:spPr>
          <a:xfrm>
            <a:off x="5160177" y="191476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u="sng" dirty="0"/>
              <a:t>หมายเหตุ </a:t>
            </a:r>
            <a:r>
              <a:rPr lang="en-US" sz="1800" u="sng" dirty="0"/>
              <a:t>: </a:t>
            </a:r>
            <a:r>
              <a:rPr lang="th-TH" sz="1800" u="sng" dirty="0"/>
              <a:t>ช่องเสียบ </a:t>
            </a:r>
            <a:r>
              <a:rPr lang="en-US" sz="1800" u="sng" dirty="0"/>
              <a:t>Servo</a:t>
            </a:r>
            <a:endParaRPr lang="th-TH" sz="1800" u="sng" dirty="0"/>
          </a:p>
        </p:txBody>
      </p:sp>
      <p:pic>
        <p:nvPicPr>
          <p:cNvPr id="35" name="Picture 58">
            <a:extLst>
              <a:ext uri="{FF2B5EF4-FFF2-40B4-BE49-F238E27FC236}">
                <a16:creationId xmlns:a16="http://schemas.microsoft.com/office/drawing/2014/main" id="{23A1B646-4715-C24E-F44A-4E65B02F09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7" t="17514" b="15280"/>
          <a:stretch/>
        </p:blipFill>
        <p:spPr>
          <a:xfrm>
            <a:off x="3473965" y="5466070"/>
            <a:ext cx="1066947" cy="776081"/>
          </a:xfrm>
          <a:prstGeom prst="rect">
            <a:avLst/>
          </a:prstGeom>
        </p:spPr>
      </p:pic>
      <p:sp>
        <p:nvSpPr>
          <p:cNvPr id="36" name="TextBox 116">
            <a:extLst>
              <a:ext uri="{FF2B5EF4-FFF2-40B4-BE49-F238E27FC236}">
                <a16:creationId xmlns:a16="http://schemas.microsoft.com/office/drawing/2014/main" id="{AFFD420B-82F2-3515-3E54-E33E08757608}"/>
              </a:ext>
            </a:extLst>
          </p:cNvPr>
          <p:cNvSpPr txBox="1"/>
          <p:nvPr/>
        </p:nvSpPr>
        <p:spPr>
          <a:xfrm>
            <a:off x="3746395" y="5263816"/>
            <a:ext cx="675185" cy="2616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Servo S0</a:t>
            </a:r>
            <a:endParaRPr lang="th-TH" sz="1100" dirty="0"/>
          </a:p>
        </p:txBody>
      </p:sp>
      <p:cxnSp>
        <p:nvCxnSpPr>
          <p:cNvPr id="48" name="ตัวเชื่อมต่อ: หักมุม 47">
            <a:extLst>
              <a:ext uri="{FF2B5EF4-FFF2-40B4-BE49-F238E27FC236}">
                <a16:creationId xmlns:a16="http://schemas.microsoft.com/office/drawing/2014/main" id="{EBAE8F9A-3F99-3911-EF07-94FF88F15601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4421580" y="613599"/>
            <a:ext cx="6864291" cy="1511234"/>
          </a:xfrm>
          <a:prstGeom prst="bentConnector3">
            <a:avLst>
              <a:gd name="adj1" fmla="val 104687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ตัวเชื่อมต่อ: หักมุม 52">
            <a:extLst>
              <a:ext uri="{FF2B5EF4-FFF2-40B4-BE49-F238E27FC236}">
                <a16:creationId xmlns:a16="http://schemas.microsoft.com/office/drawing/2014/main" id="{780B6C7D-B647-4D8D-7454-E3E5AE9CA969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4421580" y="2228801"/>
            <a:ext cx="6864291" cy="3165820"/>
          </a:xfrm>
          <a:prstGeom prst="bentConnector3">
            <a:avLst>
              <a:gd name="adj1" fmla="val 104804"/>
            </a:avLst>
          </a:prstGeom>
          <a:ln w="127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4">
            <a:extLst>
              <a:ext uri="{FF2B5EF4-FFF2-40B4-BE49-F238E27FC236}">
                <a16:creationId xmlns:a16="http://schemas.microsoft.com/office/drawing/2014/main" id="{DCDC55CD-2964-4CDC-8AC1-CC72F55931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3" t="64478"/>
          <a:stretch/>
        </p:blipFill>
        <p:spPr>
          <a:xfrm>
            <a:off x="62451" y="5297534"/>
            <a:ext cx="2387399" cy="15180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5" name="Callout: Bent Line 206">
            <a:extLst>
              <a:ext uri="{FF2B5EF4-FFF2-40B4-BE49-F238E27FC236}">
                <a16:creationId xmlns:a16="http://schemas.microsoft.com/office/drawing/2014/main" id="{5777843D-C51E-4B8E-853B-45FF86CE796F}"/>
              </a:ext>
            </a:extLst>
          </p:cNvPr>
          <p:cNvSpPr/>
          <p:nvPr/>
        </p:nvSpPr>
        <p:spPr>
          <a:xfrm>
            <a:off x="537469" y="4949880"/>
            <a:ext cx="276774" cy="286694"/>
          </a:xfrm>
          <a:prstGeom prst="borderCallout2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  <a:endParaRPr lang="th-TH" dirty="0">
              <a:solidFill>
                <a:schemeClr val="tx1"/>
              </a:solidFill>
            </a:endParaRPr>
          </a:p>
        </p:txBody>
      </p:sp>
      <p:sp>
        <p:nvSpPr>
          <p:cNvPr id="56" name="TextBox 236">
            <a:extLst>
              <a:ext uri="{FF2B5EF4-FFF2-40B4-BE49-F238E27FC236}">
                <a16:creationId xmlns:a16="http://schemas.microsoft.com/office/drawing/2014/main" id="{959BAEE9-2EA1-4B52-BF6A-2474C32FBC55}"/>
              </a:ext>
            </a:extLst>
          </p:cNvPr>
          <p:cNvSpPr txBox="1"/>
          <p:nvPr/>
        </p:nvSpPr>
        <p:spPr>
          <a:xfrm>
            <a:off x="795495" y="4894365"/>
            <a:ext cx="2113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h-TH" sz="1800" u="sng" dirty="0"/>
              <a:t>หมายเหตุ </a:t>
            </a:r>
            <a:r>
              <a:rPr lang="en-US" sz="1800" u="sng" dirty="0"/>
              <a:t>: </a:t>
            </a:r>
            <a:r>
              <a:rPr lang="th-TH" sz="1800" u="sng" dirty="0"/>
              <a:t>ช่องเสียบ </a:t>
            </a:r>
            <a:r>
              <a:rPr lang="en-US" sz="1800" u="sng" dirty="0"/>
              <a:t>Servo</a:t>
            </a:r>
            <a:endParaRPr lang="th-TH" sz="1800" u="sng" dirty="0"/>
          </a:p>
        </p:txBody>
      </p:sp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B35108E9-7C3A-7BDD-3832-63B1F52860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6364631" y="1084842"/>
            <a:ext cx="4675450" cy="3466150"/>
          </a:xfrm>
          <a:prstGeom prst="rect">
            <a:avLst/>
          </a:prstGeom>
        </p:spPr>
      </p:pic>
      <p:pic>
        <p:nvPicPr>
          <p:cNvPr id="6" name="รูปภาพ 5">
            <a:extLst>
              <a:ext uri="{FF2B5EF4-FFF2-40B4-BE49-F238E27FC236}">
                <a16:creationId xmlns:a16="http://schemas.microsoft.com/office/drawing/2014/main" id="{BFDEB700-9E08-18DE-13AB-96933030E3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575" t="25029" b="58831"/>
          <a:stretch/>
        </p:blipFill>
        <p:spPr>
          <a:xfrm>
            <a:off x="10794291" y="1459494"/>
            <a:ext cx="491580" cy="882654"/>
          </a:xfrm>
          <a:prstGeom prst="rect">
            <a:avLst/>
          </a:prstGeom>
        </p:spPr>
      </p:pic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8511725E-AF79-9CE6-837C-DA279C6BF7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355" b="90970" l="9646" r="89988">
                        <a14:foregroundMark x1="23932" y1="15385" x2="18803" y2="17057"/>
                        <a14:foregroundMark x1="31990" y1="8696" x2="31624" y2="15385"/>
                        <a14:foregroundMark x1="23565" y1="14381" x2="18071" y2="14883"/>
                        <a14:foregroundMark x1="25519" y1="23913" x2="23443" y2="32943"/>
                        <a14:foregroundMark x1="21490" y1="24582" x2="21978" y2="34950"/>
                        <a14:foregroundMark x1="23199" y1="23244" x2="22955" y2="22910"/>
                        <a14:foregroundMark x1="21978" y1="36288" x2="28571" y2="34448"/>
                        <a14:foregroundMark x1="28571" y1="34448" x2="28571" y2="31773"/>
                        <a14:foregroundMark x1="29792" y1="27425" x2="39194" y2="28930"/>
                        <a14:foregroundMark x1="39194" y1="28930" x2="33089" y2="30268"/>
                        <a14:foregroundMark x1="33944" y1="31940" x2="37485" y2="32441"/>
                        <a14:foregroundMark x1="37851" y1="30100" x2="35775" y2="35786"/>
                        <a14:foregroundMark x1="55800" y1="26087" x2="55189" y2="30268"/>
                        <a14:foregroundMark x1="56044" y1="31773" x2="52869" y2="30268"/>
                        <a14:foregroundMark x1="31502" y1="6355" x2="30525" y2="14381"/>
                        <a14:foregroundMark x1="32601" y1="8194" x2="32479" y2="19231"/>
                        <a14:foregroundMark x1="28571" y1="24916" x2="27839" y2="33612"/>
                        <a14:foregroundMark x1="34188" y1="25753" x2="40171" y2="24080"/>
                        <a14:foregroundMark x1="59341" y1="7191" x2="59096" y2="15217"/>
                        <a14:foregroundMark x1="60440" y1="9197" x2="60928" y2="15719"/>
                        <a14:foregroundMark x1="67399" y1="15217" x2="72772" y2="15719"/>
                        <a14:foregroundMark x1="73138" y1="14381" x2="66300" y2="13880"/>
                        <a14:foregroundMark x1="73138" y1="17391" x2="67155" y2="18729"/>
                        <a14:foregroundMark x1="72283" y1="19064" x2="65690" y2="19398"/>
                        <a14:foregroundMark x1="65568" y1="24080" x2="64225" y2="33612"/>
                        <a14:foregroundMark x1="64225" y1="33612" x2="58730" y2="30435"/>
                        <a14:foregroundMark x1="36874" y1="70736" x2="27717" y2="69398"/>
                        <a14:foregroundMark x1="27717" y1="69398" x2="23932" y2="75084"/>
                        <a14:foregroundMark x1="34554" y1="66722" x2="37485" y2="66221"/>
                        <a14:foregroundMark x1="21978" y1="66054" x2="21490" y2="71739"/>
                        <a14:foregroundMark x1="66545" y1="63712" x2="60073" y2="70903"/>
                        <a14:foregroundMark x1="60073" y1="70903" x2="53480" y2="70903"/>
                        <a14:foregroundMark x1="53480" y1="70903" x2="56899" y2="67391"/>
                        <a14:foregroundMark x1="59707" y1="85619" x2="60317" y2="90970"/>
                        <a14:foregroundMark x1="68254" y1="82274" x2="72405" y2="83779"/>
                        <a14:foregroundMark x1="31746" y1="85953" x2="31746" y2="87960"/>
                        <a14:foregroundMark x1="39927" y1="51338" x2="48962" y2="50502"/>
                        <a14:foregroundMark x1="48962" y1="50502" x2="46642" y2="50502"/>
                        <a14:foregroundMark x1="50916" y1="47157" x2="48596" y2="55351"/>
                        <a14:foregroundMark x1="45421" y1="26923" x2="46642" y2="27759"/>
                        <a14:foregroundMark x1="43468" y1="29097" x2="44322" y2="30435"/>
                        <a14:foregroundMark x1="47619" y1="30602" x2="44689" y2="34615"/>
                        <a14:foregroundMark x1="52503" y1="20569" x2="52625" y2="22408"/>
                        <a14:foregroundMark x1="39683" y1="78595" x2="39560" y2="794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81" t="1635" r="22242"/>
          <a:stretch/>
        </p:blipFill>
        <p:spPr>
          <a:xfrm>
            <a:off x="2241491" y="1468803"/>
            <a:ext cx="3346964" cy="369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0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43BD3B77-5924-E021-5279-04EFC4C8AEF8}"/>
              </a:ext>
            </a:extLst>
          </p:cNvPr>
          <p:cNvSpPr txBox="1"/>
          <p:nvPr/>
        </p:nvSpPr>
        <p:spPr>
          <a:xfrm>
            <a:off x="235818" y="1480470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1800" b="1" u="sng"/>
              <a:t>สัญลักษณ์</a:t>
            </a:r>
            <a:endParaRPr lang="th-TH" sz="1800" b="1" u="sng" dirty="0"/>
          </a:p>
        </p:txBody>
      </p:sp>
      <p:sp>
        <p:nvSpPr>
          <p:cNvPr id="14" name="กล่องข้อความ 13">
            <a:extLst>
              <a:ext uri="{FF2B5EF4-FFF2-40B4-BE49-F238E27FC236}">
                <a16:creationId xmlns:a16="http://schemas.microsoft.com/office/drawing/2014/main" id="{E68ED173-0E44-D4E3-CA27-65E7C4DA7809}"/>
              </a:ext>
            </a:extLst>
          </p:cNvPr>
          <p:cNvSpPr txBox="1"/>
          <p:nvPr/>
        </p:nvSpPr>
        <p:spPr>
          <a:xfrm>
            <a:off x="686902" y="1939735"/>
            <a:ext cx="778415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VCC </a:t>
            </a:r>
            <a:r>
              <a:rPr lang="th-TH" sz="1050" dirty="0">
                <a:solidFill>
                  <a:srgbClr val="FF000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ไฟบวก</a:t>
            </a: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264DF9B4-F7B0-62A8-2AF6-B0BA707938D6}"/>
              </a:ext>
            </a:extLst>
          </p:cNvPr>
          <p:cNvSpPr txBox="1"/>
          <p:nvPr/>
        </p:nvSpPr>
        <p:spPr>
          <a:xfrm>
            <a:off x="591231" y="2228801"/>
            <a:ext cx="969756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GND </a:t>
            </a:r>
            <a:r>
              <a:rPr lang="th-TH" sz="105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dobe Gothic Std B" panose="020B0800000000000000" pitchFamily="34" charset="-128"/>
                <a:ea typeface="Adobe Gothic Std B" panose="020B0800000000000000" pitchFamily="34" charset="-128"/>
                <a:cs typeface="+mj-cs"/>
              </a:rPr>
              <a:t>ไฟลบ</a:t>
            </a:r>
          </a:p>
        </p:txBody>
      </p:sp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173A2A9F-FA91-DB66-48C8-219C9CF49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75"/>
          <a:stretch/>
        </p:blipFill>
        <p:spPr>
          <a:xfrm>
            <a:off x="4681922" y="5563495"/>
            <a:ext cx="1809750" cy="922675"/>
          </a:xfrm>
          <a:prstGeom prst="rect">
            <a:avLst/>
          </a:prstGeom>
        </p:spPr>
      </p:pic>
      <p:cxnSp>
        <p:nvCxnSpPr>
          <p:cNvPr id="34" name="ตัวเชื่อมต่อตรง 33">
            <a:extLst>
              <a:ext uri="{FF2B5EF4-FFF2-40B4-BE49-F238E27FC236}">
                <a16:creationId xmlns:a16="http://schemas.microsoft.com/office/drawing/2014/main" id="{93AA2748-C32C-9F09-C111-8E72734E9E47}"/>
              </a:ext>
            </a:extLst>
          </p:cNvPr>
          <p:cNvCxnSpPr>
            <a:cxnSpLocks/>
          </p:cNvCxnSpPr>
          <p:nvPr/>
        </p:nvCxnSpPr>
        <p:spPr>
          <a:xfrm>
            <a:off x="5045242" y="4760655"/>
            <a:ext cx="0" cy="80284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ตัวเชื่อมต่อตรง 34">
            <a:extLst>
              <a:ext uri="{FF2B5EF4-FFF2-40B4-BE49-F238E27FC236}">
                <a16:creationId xmlns:a16="http://schemas.microsoft.com/office/drawing/2014/main" id="{9EC0EC9E-C8C7-DF77-DF1A-6ED218F845AF}"/>
              </a:ext>
            </a:extLst>
          </p:cNvPr>
          <p:cNvCxnSpPr>
            <a:cxnSpLocks/>
          </p:cNvCxnSpPr>
          <p:nvPr/>
        </p:nvCxnSpPr>
        <p:spPr>
          <a:xfrm>
            <a:off x="4844314" y="4760655"/>
            <a:ext cx="0" cy="8028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ตัวเชื่อมต่อตรง 38">
            <a:extLst>
              <a:ext uri="{FF2B5EF4-FFF2-40B4-BE49-F238E27FC236}">
                <a16:creationId xmlns:a16="http://schemas.microsoft.com/office/drawing/2014/main" id="{8D9EE9CF-4F0F-4D53-C7E2-B8D0C5BDC84D}"/>
              </a:ext>
            </a:extLst>
          </p:cNvPr>
          <p:cNvCxnSpPr>
            <a:cxnSpLocks/>
          </p:cNvCxnSpPr>
          <p:nvPr/>
        </p:nvCxnSpPr>
        <p:spPr>
          <a:xfrm>
            <a:off x="136142" y="2066693"/>
            <a:ext cx="39725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ตัวเชื่อมต่อตรง 40">
            <a:extLst>
              <a:ext uri="{FF2B5EF4-FFF2-40B4-BE49-F238E27FC236}">
                <a16:creationId xmlns:a16="http://schemas.microsoft.com/office/drawing/2014/main" id="{8632501A-9648-B253-1357-023A07D915A9}"/>
              </a:ext>
            </a:extLst>
          </p:cNvPr>
          <p:cNvCxnSpPr>
            <a:cxnSpLocks/>
          </p:cNvCxnSpPr>
          <p:nvPr/>
        </p:nvCxnSpPr>
        <p:spPr>
          <a:xfrm>
            <a:off x="136142" y="2355759"/>
            <a:ext cx="39725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รูปภาพ 1">
            <a:extLst>
              <a:ext uri="{FF2B5EF4-FFF2-40B4-BE49-F238E27FC236}">
                <a16:creationId xmlns:a16="http://schemas.microsoft.com/office/drawing/2014/main" id="{4A0A124B-5A6A-9935-4F0C-8EE0D98E70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6179" y1="14448" x2="24959" y2="12969"/>
                        <a14:foregroundMark x1="86911" y1="14448" x2="86423" y2="13538"/>
                        <a14:foregroundMark x1="87154" y1="77816" x2="86504" y2="77247"/>
                        <a14:foregroundMark x1="24472" y1="77361" x2="25772" y2="78157"/>
                        <a14:foregroundMark x1="38455" y1="27645" x2="39837" y2="27190"/>
                        <a14:foregroundMark x1="73984" y1="30148" x2="73008" y2="40159"/>
                        <a14:foregroundMark x1="74228" y1="39590" x2="72764" y2="62571"/>
                        <a14:foregroundMark x1="74715" y1="51536" x2="73008" y2="61889"/>
                        <a14:foregroundMark x1="73008" y1="61889" x2="73171" y2="63481"/>
                        <a14:foregroundMark x1="69756" y1="62457" x2="48374" y2="64278"/>
                        <a14:foregroundMark x1="46179" y1="54949" x2="53252" y2="55518"/>
                        <a14:foregroundMark x1="53252" y1="55518" x2="65854" y2="55404"/>
                        <a14:foregroundMark x1="65854" y1="55404" x2="65854" y2="55404"/>
                        <a14:foregroundMark x1="33740" y1="88851" x2="37967" y2="87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9263" r="6918" b="5364"/>
          <a:stretch/>
        </p:blipFill>
        <p:spPr>
          <a:xfrm>
            <a:off x="3524836" y="1294505"/>
            <a:ext cx="4675450" cy="346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54332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84</Words>
  <Application>Microsoft Office PowerPoint</Application>
  <PresentationFormat>แบบจอกว้าง</PresentationFormat>
  <Paragraphs>50</Paragraphs>
  <Slides>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5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6</vt:i4>
      </vt:variant>
    </vt:vector>
  </HeadingPairs>
  <TitlesOfParts>
    <vt:vector size="12" baseType="lpstr">
      <vt:lpstr>Adobe Gothic Std B</vt:lpstr>
      <vt:lpstr>Arial</vt:lpstr>
      <vt:lpstr>Arial Rounded MT Bold</vt:lpstr>
      <vt:lpstr>Calibri</vt:lpstr>
      <vt:lpstr>Calibri Light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NAMPETCH SUKASAME</dc:creator>
  <cp:lastModifiedBy>NAMPETCH SUKASAME</cp:lastModifiedBy>
  <cp:revision>3</cp:revision>
  <dcterms:created xsi:type="dcterms:W3CDTF">2025-01-30T10:48:50Z</dcterms:created>
  <dcterms:modified xsi:type="dcterms:W3CDTF">2025-01-31T06:58:39Z</dcterms:modified>
</cp:coreProperties>
</file>